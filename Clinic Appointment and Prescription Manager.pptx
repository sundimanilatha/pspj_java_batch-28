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4421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.png"/><Relationship Id="rId5" Type="http://schemas.openxmlformats.org/officeDocument/2006/relationships/image" Target="../media/image8.png"/><Relationship Id="rId10" Type="http://schemas.openxmlformats.org/officeDocument/2006/relationships/image" Target="../media/image1.png"/><Relationship Id="rId4" Type="http://schemas.openxmlformats.org/officeDocument/2006/relationships/image" Target="../media/image14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.png"/><Relationship Id="rId5" Type="http://schemas.openxmlformats.org/officeDocument/2006/relationships/image" Target="../media/image17.png"/><Relationship Id="rId10" Type="http://schemas.openxmlformats.org/officeDocument/2006/relationships/image" Target="../media/image1.png"/><Relationship Id="rId4" Type="http://schemas.openxmlformats.org/officeDocument/2006/relationships/image" Target="../media/image16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5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0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3/star_gol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480000">
            <a:off x="11368732" y="5062646"/>
            <a:ext cx="178498" cy="178498"/>
          </a:xfrm>
          <a:prstGeom prst="rect">
            <a:avLst/>
          </a:prstGeom>
        </p:spPr>
      </p:pic>
      <p:pic>
        <p:nvPicPr>
          <p:cNvPr id="3" name="Image 1" descr="icons3/star_gol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-60000">
            <a:off x="5427740" y="1005552"/>
            <a:ext cx="252280" cy="252280"/>
          </a:xfrm>
          <a:prstGeom prst="rect">
            <a:avLst/>
          </a:prstGeom>
        </p:spPr>
      </p:pic>
      <p:pic>
        <p:nvPicPr>
          <p:cNvPr id="4" name="Image 2" descr="icons3/star_gol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420000">
            <a:off x="4471768" y="757807"/>
            <a:ext cx="260228" cy="260228"/>
          </a:xfrm>
          <a:prstGeom prst="rect">
            <a:avLst/>
          </a:prstGeom>
        </p:spPr>
      </p:pic>
      <p:pic>
        <p:nvPicPr>
          <p:cNvPr id="5" name="Image 3" descr="icons3/star_cream.png"/>
          <p:cNvPicPr>
            <a:picLocks noChangeAspect="1"/>
          </p:cNvPicPr>
          <p:nvPr/>
        </p:nvPicPr>
        <p:blipFill>
          <a:blip r:embed="rId4">
            <a:alphaModFix amt="44000"/>
          </a:blip>
          <a:stretch>
            <a:fillRect/>
          </a:stretch>
        </p:blipFill>
        <p:spPr>
          <a:xfrm rot="-540000">
            <a:off x="4596244" y="251742"/>
            <a:ext cx="149849" cy="149849"/>
          </a:xfrm>
          <a:prstGeom prst="rect">
            <a:avLst/>
          </a:prstGeom>
        </p:spPr>
      </p:pic>
      <p:pic>
        <p:nvPicPr>
          <p:cNvPr id="6" name="Image 4" descr="icons3/star_gold.png"/>
          <p:cNvPicPr>
            <a:picLocks noChangeAspect="1"/>
          </p:cNvPicPr>
          <p:nvPr/>
        </p:nvPicPr>
        <p:blipFill>
          <a:blip r:embed="rId3">
            <a:alphaModFix amt="47000"/>
          </a:blip>
          <a:stretch>
            <a:fillRect/>
          </a:stretch>
        </p:blipFill>
        <p:spPr>
          <a:xfrm rot="840000">
            <a:off x="9484715" y="4363745"/>
            <a:ext cx="148990" cy="148990"/>
          </a:xfrm>
          <a:prstGeom prst="rect">
            <a:avLst/>
          </a:prstGeom>
        </p:spPr>
      </p:pic>
      <p:pic>
        <p:nvPicPr>
          <p:cNvPr id="7" name="Image 5" descr="icons3/star_gold.png"/>
          <p:cNvPicPr>
            <a:picLocks noChangeAspect="1"/>
          </p:cNvPicPr>
          <p:nvPr/>
        </p:nvPicPr>
        <p:blipFill>
          <a:blip r:embed="rId3">
            <a:alphaModFix amt="43000"/>
          </a:blip>
          <a:stretch>
            <a:fillRect/>
          </a:stretch>
        </p:blipFill>
        <p:spPr>
          <a:xfrm rot="60000">
            <a:off x="11830043" y="4424275"/>
            <a:ext cx="118094" cy="118094"/>
          </a:xfrm>
          <a:prstGeom prst="rect">
            <a:avLst/>
          </a:prstGeom>
        </p:spPr>
      </p:pic>
      <p:pic>
        <p:nvPicPr>
          <p:cNvPr id="8" name="Image 6" descr="icons3/star_cream.png"/>
          <p:cNvPicPr>
            <a:picLocks noChangeAspect="1"/>
          </p:cNvPicPr>
          <p:nvPr/>
        </p:nvPicPr>
        <p:blipFill>
          <a:blip r:embed="rId4">
            <a:alphaModFix amt="43000"/>
          </a:blip>
          <a:stretch>
            <a:fillRect/>
          </a:stretch>
        </p:blipFill>
        <p:spPr>
          <a:xfrm rot="1020000">
            <a:off x="10849034" y="6149862"/>
            <a:ext cx="132696" cy="132696"/>
          </a:xfrm>
          <a:prstGeom prst="rect">
            <a:avLst/>
          </a:prstGeom>
        </p:spPr>
      </p:pic>
      <p:pic>
        <p:nvPicPr>
          <p:cNvPr id="9" name="Image 7" descr="icons3/star_cream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-1080000">
            <a:off x="1548002" y="421395"/>
            <a:ext cx="155426" cy="155426"/>
          </a:xfrm>
          <a:prstGeom prst="rect">
            <a:avLst/>
          </a:prstGeom>
        </p:spPr>
      </p:pic>
      <p:pic>
        <p:nvPicPr>
          <p:cNvPr id="10" name="Image 8" descr="icons3/star_gold.png"/>
          <p:cNvPicPr>
            <a:picLocks noChangeAspect="1"/>
          </p:cNvPicPr>
          <p:nvPr/>
        </p:nvPicPr>
        <p:blipFill>
          <a:blip r:embed="rId3">
            <a:alphaModFix amt="46000"/>
          </a:blip>
          <a:stretch>
            <a:fillRect/>
          </a:stretch>
        </p:blipFill>
        <p:spPr>
          <a:xfrm rot="720000">
            <a:off x="7040708" y="226445"/>
            <a:ext cx="123260" cy="123260"/>
          </a:xfrm>
          <a:prstGeom prst="rect">
            <a:avLst/>
          </a:prstGeom>
        </p:spPr>
      </p:pic>
      <p:pic>
        <p:nvPicPr>
          <p:cNvPr id="11" name="Image 9" descr="icons3/star_cream.png"/>
          <p:cNvPicPr>
            <a:picLocks noChangeAspect="1"/>
          </p:cNvPicPr>
          <p:nvPr/>
        </p:nvPicPr>
        <p:blipFill>
          <a:blip r:embed="rId4">
            <a:alphaModFix amt="48000"/>
          </a:blip>
          <a:stretch>
            <a:fillRect/>
          </a:stretch>
        </p:blipFill>
        <p:spPr>
          <a:xfrm rot="-720000">
            <a:off x="967029" y="187538"/>
            <a:ext cx="151897" cy="151897"/>
          </a:xfrm>
          <a:prstGeom prst="rect">
            <a:avLst/>
          </a:prstGeom>
        </p:spPr>
      </p:pic>
      <p:pic>
        <p:nvPicPr>
          <p:cNvPr id="12" name="Image 10" descr="icons3/star_cream.png"/>
          <p:cNvPicPr>
            <a:picLocks noChangeAspect="1"/>
          </p:cNvPicPr>
          <p:nvPr/>
        </p:nvPicPr>
        <p:blipFill>
          <a:blip r:embed="rId4">
            <a:alphaModFix amt="41000"/>
          </a:blip>
          <a:stretch>
            <a:fillRect/>
          </a:stretch>
        </p:blipFill>
        <p:spPr>
          <a:xfrm rot="-1140000">
            <a:off x="9878669" y="3803605"/>
            <a:ext cx="96935" cy="96935"/>
          </a:xfrm>
          <a:prstGeom prst="rect">
            <a:avLst/>
          </a:prstGeom>
        </p:spPr>
      </p:pic>
      <p:pic>
        <p:nvPicPr>
          <p:cNvPr id="13" name="Image 11" descr="icons3/star_gold.png"/>
          <p:cNvPicPr>
            <a:picLocks noChangeAspect="1"/>
          </p:cNvPicPr>
          <p:nvPr/>
        </p:nvPicPr>
        <p:blipFill>
          <a:blip r:embed="rId3">
            <a:alphaModFix amt="46000"/>
          </a:blip>
          <a:stretch>
            <a:fillRect/>
          </a:stretch>
        </p:blipFill>
        <p:spPr>
          <a:xfrm rot="240000">
            <a:off x="2546040" y="1269995"/>
            <a:ext cx="126080" cy="126080"/>
          </a:xfrm>
          <a:prstGeom prst="rect">
            <a:avLst/>
          </a:prstGeom>
        </p:spPr>
      </p:pic>
      <p:pic>
        <p:nvPicPr>
          <p:cNvPr id="14" name="Image 12" descr="icons3/star_cream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720000">
            <a:off x="11047152" y="5201658"/>
            <a:ext cx="85597" cy="85597"/>
          </a:xfrm>
          <a:prstGeom prst="rect">
            <a:avLst/>
          </a:prstGeom>
        </p:spPr>
      </p:pic>
      <p:pic>
        <p:nvPicPr>
          <p:cNvPr id="15" name="Image 13" descr="icons3/star_gold.png"/>
          <p:cNvPicPr>
            <a:picLocks noChangeAspect="1"/>
          </p:cNvPicPr>
          <p:nvPr/>
        </p:nvPicPr>
        <p:blipFill>
          <a:blip r:embed="rId3">
            <a:alphaModFix amt="44000"/>
          </a:blip>
          <a:stretch>
            <a:fillRect/>
          </a:stretch>
        </p:blipFill>
        <p:spPr>
          <a:xfrm rot="-300000">
            <a:off x="5577709" y="855798"/>
            <a:ext cx="82927" cy="82927"/>
          </a:xfrm>
          <a:prstGeom prst="rect">
            <a:avLst/>
          </a:prstGeom>
        </p:spPr>
      </p:pic>
      <p:pic>
        <p:nvPicPr>
          <p:cNvPr id="16" name="Image 14" descr="icons3/star_gold.png"/>
          <p:cNvPicPr>
            <a:picLocks noChangeAspect="1"/>
          </p:cNvPicPr>
          <p:nvPr/>
        </p:nvPicPr>
        <p:blipFill>
          <a:blip r:embed="rId3">
            <a:alphaModFix amt="46000"/>
          </a:blip>
          <a:stretch>
            <a:fillRect/>
          </a:stretch>
        </p:blipFill>
        <p:spPr>
          <a:xfrm rot="300000">
            <a:off x="7592487" y="684725"/>
            <a:ext cx="73686" cy="73686"/>
          </a:xfrm>
          <a:prstGeom prst="rect">
            <a:avLst/>
          </a:prstGeom>
        </p:spPr>
      </p:pic>
      <p:pic>
        <p:nvPicPr>
          <p:cNvPr id="17" name="Image 15" descr="icons3/star_cream.png"/>
          <p:cNvPicPr>
            <a:picLocks noChangeAspect="1"/>
          </p:cNvPicPr>
          <p:nvPr/>
        </p:nvPicPr>
        <p:blipFill>
          <a:blip r:embed="rId4">
            <a:alphaModFix amt="47000"/>
          </a:blip>
          <a:stretch>
            <a:fillRect/>
          </a:stretch>
        </p:blipFill>
        <p:spPr>
          <a:xfrm rot="720000">
            <a:off x="11426206" y="6446755"/>
            <a:ext cx="60159" cy="60159"/>
          </a:xfrm>
          <a:prstGeom prst="rect">
            <a:avLst/>
          </a:prstGeom>
        </p:spPr>
      </p:pic>
      <p:pic>
        <p:nvPicPr>
          <p:cNvPr id="18" name="Image 16" descr="icons3/star_gol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 rot="-180000">
            <a:off x="1207264" y="99038"/>
            <a:ext cx="65396" cy="65396"/>
          </a:xfrm>
          <a:prstGeom prst="rect">
            <a:avLst/>
          </a:prstGeom>
        </p:spPr>
      </p:pic>
      <p:pic>
        <p:nvPicPr>
          <p:cNvPr id="19" name="Image 17" descr="icons3/star_gold.png"/>
          <p:cNvPicPr>
            <a:picLocks noChangeAspect="1"/>
          </p:cNvPicPr>
          <p:nvPr/>
        </p:nvPicPr>
        <p:blipFill>
          <a:blip r:embed="rId3">
            <a:alphaModFix amt="48000"/>
          </a:blip>
          <a:stretch>
            <a:fillRect/>
          </a:stretch>
        </p:blipFill>
        <p:spPr>
          <a:xfrm rot="-1140000">
            <a:off x="11015830" y="1046658"/>
            <a:ext cx="130349" cy="130349"/>
          </a:xfrm>
          <a:prstGeom prst="rect">
            <a:avLst/>
          </a:prstGeom>
        </p:spPr>
      </p:pic>
      <p:pic>
        <p:nvPicPr>
          <p:cNvPr id="20" name="Image 18" descr="icons3/star_cream.png"/>
          <p:cNvPicPr>
            <a:picLocks noChangeAspect="1"/>
          </p:cNvPicPr>
          <p:nvPr/>
        </p:nvPicPr>
        <p:blipFill>
          <a:blip r:embed="rId4">
            <a:alphaModFix amt="44000"/>
          </a:blip>
          <a:stretch>
            <a:fillRect/>
          </a:stretch>
        </p:blipFill>
        <p:spPr>
          <a:xfrm rot="540000">
            <a:off x="11072696" y="5816818"/>
            <a:ext cx="118346" cy="118346"/>
          </a:xfrm>
          <a:prstGeom prst="rect">
            <a:avLst/>
          </a:prstGeom>
        </p:spPr>
      </p:pic>
      <p:pic>
        <p:nvPicPr>
          <p:cNvPr id="21" name="Image 19" descr="icons3/star_cream.png"/>
          <p:cNvPicPr>
            <a:picLocks noChangeAspect="1"/>
          </p:cNvPicPr>
          <p:nvPr/>
        </p:nvPicPr>
        <p:blipFill>
          <a:blip r:embed="rId4">
            <a:alphaModFix amt="47000"/>
          </a:blip>
          <a:stretch>
            <a:fillRect/>
          </a:stretch>
        </p:blipFill>
        <p:spPr>
          <a:xfrm>
            <a:off x="11020088" y="3313264"/>
            <a:ext cx="154095" cy="154095"/>
          </a:xfrm>
          <a:prstGeom prst="rect">
            <a:avLst/>
          </a:prstGeom>
        </p:spPr>
      </p:pic>
      <p:pic>
        <p:nvPicPr>
          <p:cNvPr id="22" name="Image 20" descr="icons3/star_cream.png"/>
          <p:cNvPicPr>
            <a:picLocks noChangeAspect="1"/>
          </p:cNvPicPr>
          <p:nvPr/>
        </p:nvPicPr>
        <p:blipFill>
          <a:blip r:embed="rId4">
            <a:alphaModFix amt="41000"/>
          </a:blip>
          <a:stretch>
            <a:fillRect/>
          </a:stretch>
        </p:blipFill>
        <p:spPr>
          <a:xfrm rot="780000">
            <a:off x="3020123" y="939205"/>
            <a:ext cx="136915" cy="136915"/>
          </a:xfrm>
          <a:prstGeom prst="rect">
            <a:avLst/>
          </a:prstGeom>
        </p:spPr>
      </p:pic>
      <p:pic>
        <p:nvPicPr>
          <p:cNvPr id="23" name="Image 21" descr="icons3/star_cream.png"/>
          <p:cNvPicPr>
            <a:picLocks noChangeAspect="1"/>
          </p:cNvPicPr>
          <p:nvPr/>
        </p:nvPicPr>
        <p:blipFill>
          <a:blip r:embed="rId4">
            <a:alphaModFix amt="46000"/>
          </a:blip>
          <a:stretch>
            <a:fillRect/>
          </a:stretch>
        </p:blipFill>
        <p:spPr>
          <a:xfrm rot="60000">
            <a:off x="6658157" y="597477"/>
            <a:ext cx="74328" cy="74328"/>
          </a:xfrm>
          <a:prstGeom prst="rect">
            <a:avLst/>
          </a:prstGeom>
        </p:spPr>
      </p:pic>
      <p:pic>
        <p:nvPicPr>
          <p:cNvPr id="24" name="Image 22" descr="icons3/star_cream.png"/>
          <p:cNvPicPr>
            <a:picLocks noChangeAspect="1"/>
          </p:cNvPicPr>
          <p:nvPr/>
        </p:nvPicPr>
        <p:blipFill>
          <a:blip r:embed="rId4">
            <a:alphaModFix amt="43000"/>
          </a:blip>
          <a:stretch>
            <a:fillRect/>
          </a:stretch>
        </p:blipFill>
        <p:spPr>
          <a:xfrm rot="-1020000">
            <a:off x="9936143" y="5187715"/>
            <a:ext cx="88325" cy="88325"/>
          </a:xfrm>
          <a:prstGeom prst="rect">
            <a:avLst/>
          </a:prstGeom>
        </p:spPr>
      </p:pic>
      <p:pic>
        <p:nvPicPr>
          <p:cNvPr id="25" name="Image 23" descr="icons3/star_gold.png"/>
          <p:cNvPicPr>
            <a:picLocks noChangeAspect="1"/>
          </p:cNvPicPr>
          <p:nvPr/>
        </p:nvPicPr>
        <p:blipFill>
          <a:blip r:embed="rId3">
            <a:alphaModFix amt="53000"/>
          </a:blip>
          <a:stretch>
            <a:fillRect/>
          </a:stretch>
        </p:blipFill>
        <p:spPr>
          <a:xfrm rot="-240000">
            <a:off x="11470908" y="1031045"/>
            <a:ext cx="90038" cy="90038"/>
          </a:xfrm>
          <a:prstGeom prst="rect">
            <a:avLst/>
          </a:prstGeom>
        </p:spPr>
      </p:pic>
      <p:pic>
        <p:nvPicPr>
          <p:cNvPr id="26" name="Image 24" descr="icons3/star_cream.png"/>
          <p:cNvPicPr>
            <a:picLocks noChangeAspect="1"/>
          </p:cNvPicPr>
          <p:nvPr/>
        </p:nvPicPr>
        <p:blipFill>
          <a:blip r:embed="rId4">
            <a:alphaModFix amt="43000"/>
          </a:blip>
          <a:stretch>
            <a:fillRect/>
          </a:stretch>
        </p:blipFill>
        <p:spPr>
          <a:xfrm rot="1140000">
            <a:off x="6670929" y="905057"/>
            <a:ext cx="145566" cy="145566"/>
          </a:xfrm>
          <a:prstGeom prst="rect">
            <a:avLst/>
          </a:prstGeom>
        </p:spPr>
      </p:pic>
      <p:pic>
        <p:nvPicPr>
          <p:cNvPr id="27" name="Image 25" descr="icons3/star_gold.png"/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 rot="-780000">
            <a:off x="8974292" y="882431"/>
            <a:ext cx="100057" cy="100057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82296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PROJECT</a:t>
            </a:r>
            <a:endParaRPr lang="en-US" sz="1300" dirty="0"/>
          </a:p>
        </p:txBody>
      </p:sp>
      <p:sp>
        <p:nvSpPr>
          <p:cNvPr id="29" name="Text 1"/>
          <p:cNvSpPr/>
          <p:nvPr/>
        </p:nvSpPr>
        <p:spPr>
          <a:xfrm>
            <a:off x="804672" y="2103120"/>
            <a:ext cx="9875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 Appointment &amp;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Prescription Manager</a:t>
            </a:r>
            <a:endParaRPr lang="en-US" sz="4200" dirty="0"/>
          </a:p>
        </p:txBody>
      </p:sp>
      <p:sp>
        <p:nvSpPr>
          <p:cNvPr id="30" name="Text 2"/>
          <p:cNvSpPr/>
          <p:nvPr/>
        </p:nvSpPr>
        <p:spPr>
          <a:xfrm>
            <a:off x="822960" y="35204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Java application applying Object-Oriented Design, Collections and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to a real clinic workflow</a:t>
            </a:r>
            <a:endParaRPr lang="en-US" sz="1450" dirty="0"/>
          </a:p>
        </p:txBody>
      </p:sp>
      <p:sp>
        <p:nvSpPr>
          <p:cNvPr id="31" name="Text 3"/>
          <p:cNvSpPr/>
          <p:nvPr/>
        </p:nvSpPr>
        <p:spPr>
          <a:xfrm>
            <a:off x="822960" y="422452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5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 •  OOP  •  Collections  •  Streams  •  File I/O</a:t>
            </a:r>
            <a:endParaRPr lang="en-US" sz="1200" dirty="0"/>
          </a:p>
        </p:txBody>
      </p:sp>
      <p:sp>
        <p:nvSpPr>
          <p:cNvPr id="32" name="Shape 4"/>
          <p:cNvSpPr/>
          <p:nvPr/>
        </p:nvSpPr>
        <p:spPr>
          <a:xfrm>
            <a:off x="822960" y="4736592"/>
            <a:ext cx="4206240" cy="0"/>
          </a:xfrm>
          <a:prstGeom prst="line">
            <a:avLst/>
          </a:prstGeom>
          <a:noFill/>
          <a:ln w="12700">
            <a:solidFill>
              <a:srgbClr val="342A6B"/>
            </a:solidFill>
            <a:prstDash val="solid"/>
          </a:ln>
        </p:spPr>
      </p:sp>
      <p:sp>
        <p:nvSpPr>
          <p:cNvPr id="33" name="Text 5"/>
          <p:cNvSpPr/>
          <p:nvPr/>
        </p:nvSpPr>
        <p:spPr>
          <a:xfrm>
            <a:off x="822960" y="4864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34" name="Text 6"/>
          <p:cNvSpPr/>
          <p:nvPr/>
        </p:nvSpPr>
        <p:spPr>
          <a:xfrm>
            <a:off x="22860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SUNDI MANILATHA</a:t>
            </a:r>
            <a:endParaRPr lang="en-US" sz="1150" dirty="0"/>
          </a:p>
        </p:txBody>
      </p:sp>
      <p:sp>
        <p:nvSpPr>
          <p:cNvPr id="35" name="Text 7"/>
          <p:cNvSpPr/>
          <p:nvPr/>
        </p:nvSpPr>
        <p:spPr>
          <a:xfrm>
            <a:off x="822960" y="51526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2286000" y="51526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2620080008</a:t>
            </a:r>
            <a:endParaRPr lang="en-US" sz="1150" dirty="0"/>
          </a:p>
        </p:txBody>
      </p:sp>
      <p:sp>
        <p:nvSpPr>
          <p:cNvPr id="37" name="Text 9"/>
          <p:cNvSpPr/>
          <p:nvPr/>
        </p:nvSpPr>
        <p:spPr>
          <a:xfrm>
            <a:off x="822960" y="5440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50" dirty="0"/>
          </a:p>
        </p:txBody>
      </p:sp>
      <p:sp>
        <p:nvSpPr>
          <p:cNvPr id="38" name="Text 10"/>
          <p:cNvSpPr/>
          <p:nvPr/>
        </p:nvSpPr>
        <p:spPr>
          <a:xfrm>
            <a:off x="228600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50" dirty="0"/>
          </a:p>
        </p:txBody>
      </p:sp>
      <p:sp>
        <p:nvSpPr>
          <p:cNvPr id="39" name="Text 11"/>
          <p:cNvSpPr/>
          <p:nvPr/>
        </p:nvSpPr>
        <p:spPr>
          <a:xfrm>
            <a:off x="822960" y="57287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050" dirty="0"/>
          </a:p>
        </p:txBody>
      </p:sp>
      <p:sp>
        <p:nvSpPr>
          <p:cNvPr id="40" name="Text 12"/>
          <p:cNvSpPr/>
          <p:nvPr/>
        </p:nvSpPr>
        <p:spPr>
          <a:xfrm>
            <a:off x="2286000" y="57287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</a:t>
            </a:r>
            <a:endParaRPr lang="en-US" sz="1150" dirty="0"/>
          </a:p>
        </p:txBody>
      </p:sp>
      <p:sp>
        <p:nvSpPr>
          <p:cNvPr id="41" name="Text 13"/>
          <p:cNvSpPr/>
          <p:nvPr/>
        </p:nvSpPr>
        <p:spPr>
          <a:xfrm>
            <a:off x="822960" y="6016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50" dirty="0"/>
          </a:p>
        </p:txBody>
      </p:sp>
      <p:sp>
        <p:nvSpPr>
          <p:cNvPr id="42" name="Text 14"/>
          <p:cNvSpPr/>
          <p:nvPr/>
        </p:nvSpPr>
        <p:spPr>
          <a:xfrm>
            <a:off x="2286000" y="6016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2026 - 2027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26"/>
                            </p:stCondLst>
                            <p:childTnLst>
                              <p:par>
                                <p:cTn id="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8314" repeatCount="indefinite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90 0.0630E" pathEditMode="relative" rAng="0" ptsTypes="">
                                      <p:cBhvr>
                                        <p:cTn id="8" dur="8314" repeatCount="indefinite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78"/>
                            </p:stCondLst>
                            <p:childTnLst>
                              <p:par>
                                <p:cTn id="1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8693" repeatCount="indefinite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80 0.0650E" pathEditMode="relative" rAng="0" ptsTypes="">
                                      <p:cBhvr>
                                        <p:cTn id="13" dur="8693" repeatCount="indefinite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14"/>
                            </p:stCondLst>
                            <p:childTnLst>
                              <p:par>
                                <p:cTn id="1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6985" repeatCount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50 0.0440E" pathEditMode="relative" rAng="0" ptsTypes="">
                                      <p:cBhvr>
                                        <p:cTn id="18" dur="6985" repeatCount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19"/>
                            </p:stCondLst>
                            <p:childTnLst>
                              <p:par>
                                <p:cTn id="2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7745" repeatCount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80 0.0630E" pathEditMode="relative" rAng="0" ptsTypes="">
                                      <p:cBhvr>
                                        <p:cTn id="23" dur="7745" repeatCount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82"/>
                            </p:stCondLst>
                            <p:childTnLst>
                              <p:par>
                                <p:cTn id="2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17" repeatCount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40 0.0380E" pathEditMode="relative" rAng="0" ptsTypes="">
                                      <p:cBhvr>
                                        <p:cTn id="28" dur="5017" repeatCount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95"/>
                            </p:stCondLst>
                            <p:childTnLst>
                              <p:par>
                                <p:cTn id="3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4746" repeatCount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70 0.0840E" pathEditMode="relative" rAng="0" ptsTypes="">
                                      <p:cBhvr>
                                        <p:cTn id="33" dur="4746" repeatCount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2"/>
                            </p:stCondLst>
                            <p:childTnLst>
                              <p:par>
                                <p:cTn id="3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6100" repeatCount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00 0.0680E" pathEditMode="relative" rAng="0" ptsTypes="">
                                      <p:cBhvr>
                                        <p:cTn id="38" dur="6100" repeatCount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23"/>
                            </p:stCondLst>
                            <p:childTnLst>
                              <p:par>
                                <p:cTn id="4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4537" repeatCount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50 0.0770E" pathEditMode="relative" rAng="0" ptsTypes="">
                                      <p:cBhvr>
                                        <p:cTn id="43" dur="4537" repeatCount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41"/>
                            </p:stCondLst>
                            <p:childTnLst>
                              <p:par>
                                <p:cTn id="4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6778" repeatCount="indefinite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200 0.0610E" pathEditMode="relative" rAng="0" ptsTypes="">
                                      <p:cBhvr>
                                        <p:cTn id="48" dur="6778" repeatCount="indefinite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449"/>
                            </p:stCondLst>
                            <p:childTnLst>
                              <p:par>
                                <p:cTn id="5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6580" repeatCount="indefinite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00 0.0550E" pathEditMode="relative" rAng="0" ptsTypes="">
                                      <p:cBhvr>
                                        <p:cTn id="53" dur="6580" repeatCount="indefinite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"/>
                            </p:stCondLst>
                            <p:childTnLst>
                              <p:par>
                                <p:cTn id="5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5075" repeatCount="indefinite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60 0.0710E" pathEditMode="relative" rAng="0" ptsTypes="">
                                      <p:cBhvr>
                                        <p:cTn id="58" dur="5075" repeatCount="indefinite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"/>
                            </p:stCondLst>
                            <p:childTnLst>
                              <p:par>
                                <p:cTn id="6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6883" repeatCount="indefinite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50 0.0590E" pathEditMode="relative" rAng="0" ptsTypes="">
                                      <p:cBhvr>
                                        <p:cTn id="63" dur="6883" repeatCount="indefinite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402"/>
                            </p:stCondLst>
                            <p:childTnLst>
                              <p:par>
                                <p:cTn id="6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4504" repeatCount="indefinite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90 0.0480E" pathEditMode="relative" rAng="0" ptsTypes="">
                                      <p:cBhvr>
                                        <p:cTn id="68" dur="4504" repeatCount="indefinite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962"/>
                            </p:stCondLst>
                            <p:childTnLst>
                              <p:par>
                                <p:cTn id="7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7575" repeatCount="indefinite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50 0.0800E" pathEditMode="relative" rAng="0" ptsTypes="">
                                      <p:cBhvr>
                                        <p:cTn id="73" dur="7575" repeatCount="indefinite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49"/>
                            </p:stCondLst>
                            <p:childTnLst>
                              <p:par>
                                <p:cTn id="7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6126" repeatCount="indefinite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10 0.0840E" pathEditMode="relative" rAng="0" ptsTypes="">
                                      <p:cBhvr>
                                        <p:cTn id="78" dur="6126" repeatCount="indefinite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78"/>
                            </p:stCondLst>
                            <p:childTnLst>
                              <p:par>
                                <p:cTn id="8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7049" repeatCount="indefinite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30 0.0560E" pathEditMode="relative" rAng="0" ptsTypes="">
                                      <p:cBhvr>
                                        <p:cTn id="83" dur="7049" repeatCount="indefinite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41"/>
                            </p:stCondLst>
                            <p:childTnLst>
                              <p:par>
                                <p:cTn id="8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5602" repeatCount="indefinite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60 0.0500E" pathEditMode="relative" rAng="0" ptsTypes="">
                                      <p:cBhvr>
                                        <p:cTn id="88" dur="5602" repeatCount="indefinite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22"/>
                            </p:stCondLst>
                            <p:childTnLst>
                              <p:par>
                                <p:cTn id="9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1" dur="8308" repeatCount="indefinite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80 0.0860E" pathEditMode="relative" rAng="0" ptsTypes="">
                                      <p:cBhvr>
                                        <p:cTn id="93" dur="8308" repeatCount="indefinite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396"/>
                            </p:stCondLst>
                            <p:childTnLst>
                              <p:par>
                                <p:cTn id="9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6043" repeatCount="indefinite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90 0.0630E" pathEditMode="relative" rAng="0" ptsTypes="">
                                      <p:cBhvr>
                                        <p:cTn id="98" dur="6043" repeatCount="indefinite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498"/>
                            </p:stCondLst>
                            <p:childTnLst>
                              <p:par>
                                <p:cTn id="10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1" dur="5572" repeatCount="indefinite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50 0.0610E" pathEditMode="relative" rAng="0" ptsTypes="">
                                      <p:cBhvr>
                                        <p:cTn id="103" dur="5572" repeatCount="indefinite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808"/>
                            </p:stCondLst>
                            <p:childTnLst>
                              <p:par>
                                <p:cTn id="10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6" dur="7946" repeatCount="indefinite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30 0.0480E" pathEditMode="relative" rAng="0" ptsTypes="">
                                      <p:cBhvr>
                                        <p:cTn id="108" dur="7946" repeatCount="indefinite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213"/>
                            </p:stCondLst>
                            <p:childTnLst>
                              <p:par>
                                <p:cTn id="11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1" dur="6991" repeatCount="indefinite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30 0.0910E" pathEditMode="relative" rAng="0" ptsTypes="">
                                      <p:cBhvr>
                                        <p:cTn id="113" dur="6991" repeatCount="indefinite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83"/>
                            </p:stCondLst>
                            <p:childTnLst>
                              <p:par>
                                <p:cTn id="11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7729" repeatCount="indefinite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60 0.0890E" pathEditMode="relative" rAng="0" ptsTypes="">
                                      <p:cBhvr>
                                        <p:cTn id="118" dur="7729" repeatCount="indefinite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99"/>
                            </p:stCondLst>
                            <p:childTnLst>
                              <p:par>
                                <p:cTn id="12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6246" repeatCount="indefinite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10 0.0630E" pathEditMode="relative" rAng="0" ptsTypes="">
                                      <p:cBhvr>
                                        <p:cTn id="123" dur="6246" repeatCount="indefinite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249"/>
                            </p:stCondLst>
                            <p:childTnLst>
                              <p:par>
                                <p:cTn id="12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7194" repeatCount="indefinite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20 0.0880E" pathEditMode="relative" rAng="0" ptsTypes="">
                                      <p:cBhvr>
                                        <p:cTn id="128" dur="7194" repeatCount="indefinite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50"/>
                            </p:stCondLst>
                            <p:childTnLst>
                              <p:par>
                                <p:cTn id="13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5108" repeatCount="indefinite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90 0.0400E" pathEditMode="relative" rAng="0" ptsTypes="">
                                      <p:cBhvr>
                                        <p:cTn id="133" dur="5108" repeatCount="indefinite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903720" cy="3977640"/>
          </a:xfrm>
          <a:prstGeom prst="roundRect">
            <a:avLst>
              <a:gd name="adj" fmla="val 1839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12848"/>
            <a:ext cx="6309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 Appointment and Prescription Manager </a:t>
            </a:r>
            <a:r>
              <a:rPr lang="en-US" sz="14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console-based Java application designed to simplify the daily record-keeping tasks of a small clinic.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allows clinic staff to 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0C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patients, maintain doctor details, book appointments, and generate prescriptions</a:t>
            </a:r>
            <a:r>
              <a:rPr lang="en-US" sz="14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 from a simple menu-driven interface.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built entirely using core Java concepts from Modules 1 to 6, demonstrating object-oriented programming applied to a real problem.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26680" y="1965960"/>
            <a:ext cx="3931920" cy="1207008"/>
          </a:xfrm>
          <a:prstGeom prst="roundRect">
            <a:avLst>
              <a:gd name="adj" fmla="val 6061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0" y="2093976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9A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0" y="1965960"/>
            <a:ext cx="2377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26680" y="3383280"/>
            <a:ext cx="3931920" cy="1207008"/>
          </a:xfrm>
          <a:prstGeom prst="roundRect">
            <a:avLst>
              <a:gd name="adj" fmla="val 6061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3511296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9A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44000" y="3383280"/>
            <a:ext cx="2377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Concepts Covered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26680" y="4800600"/>
            <a:ext cx="3931920" cy="1207008"/>
          </a:xfrm>
          <a:prstGeom prst="roundRect">
            <a:avLst>
              <a:gd name="adj" fmla="val 6061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4928616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9A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144000" y="4800600"/>
            <a:ext cx="2377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Interface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&amp; Prescription Manager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0023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pic>
        <p:nvPicPr>
          <p:cNvPr id="17" name="Star 17" descr="icons3/star_gold.png"/>
          <p:cNvPicPr>
            <a:picLocks noChangeAspect="1"/>
          </p:cNvPicPr>
          <p:nvPr/>
        </p:nvPicPr>
        <p:blipFill>
          <a:blip r:embed="rId3">
            <a:alphaModFix amt="44886"/>
          </a:blip>
          <a:stretch>
            <a:fillRect/>
          </a:stretch>
        </p:blipFill>
        <p:spPr>
          <a:xfrm rot="-220874">
            <a:off x="1510111" y="78988"/>
            <a:ext cx="141750" cy="141750"/>
          </a:xfrm>
          <a:prstGeom prst="rect">
            <a:avLst/>
          </a:prstGeom>
        </p:spPr>
      </p:pic>
      <p:pic>
        <p:nvPicPr>
          <p:cNvPr id="18" name="Star 18" descr="icons3/star_gold.png"/>
          <p:cNvPicPr>
            <a:picLocks noChangeAspect="1"/>
          </p:cNvPicPr>
          <p:nvPr/>
        </p:nvPicPr>
        <p:blipFill>
          <a:blip r:embed="rId4">
            <a:alphaModFix amt="41168"/>
          </a:blip>
          <a:stretch>
            <a:fillRect/>
          </a:stretch>
        </p:blipFill>
        <p:spPr>
          <a:xfrm rot="822337">
            <a:off x="10477560" y="6210408"/>
            <a:ext cx="137931" cy="137931"/>
          </a:xfrm>
          <a:prstGeom prst="rect">
            <a:avLst/>
          </a:prstGeom>
        </p:spPr>
      </p:pic>
      <p:pic>
        <p:nvPicPr>
          <p:cNvPr id="19" name="Star 19" descr="icons3/star_gold.png"/>
          <p:cNvPicPr>
            <a:picLocks noChangeAspect="1"/>
          </p:cNvPicPr>
          <p:nvPr/>
        </p:nvPicPr>
        <p:blipFill>
          <a:blip r:embed="rId3">
            <a:alphaModFix amt="49070"/>
          </a:blip>
          <a:stretch>
            <a:fillRect/>
          </a:stretch>
        </p:blipFill>
        <p:spPr>
          <a:xfrm rot="164169">
            <a:off x="115061" y="4337683"/>
            <a:ext cx="94914" cy="94914"/>
          </a:xfrm>
          <a:prstGeom prst="rect">
            <a:avLst/>
          </a:prstGeom>
        </p:spPr>
      </p:pic>
      <p:pic>
        <p:nvPicPr>
          <p:cNvPr id="20" name="Star 20" descr="icons3/star_gold.png"/>
          <p:cNvPicPr>
            <a:picLocks noChangeAspect="1"/>
          </p:cNvPicPr>
          <p:nvPr/>
        </p:nvPicPr>
        <p:blipFill>
          <a:blip r:embed="rId4">
            <a:alphaModFix amt="39578"/>
          </a:blip>
          <a:stretch>
            <a:fillRect/>
          </a:stretch>
        </p:blipFill>
        <p:spPr>
          <a:xfrm rot="-23030">
            <a:off x="11823779" y="5322519"/>
            <a:ext cx="121544" cy="121544"/>
          </a:xfrm>
          <a:prstGeom prst="rect">
            <a:avLst/>
          </a:prstGeom>
        </p:spPr>
      </p:pic>
      <p:pic>
        <p:nvPicPr>
          <p:cNvPr id="21" name="Star 21" descr="icons3/star_gold.png"/>
          <p:cNvPicPr>
            <a:picLocks noChangeAspect="1"/>
          </p:cNvPicPr>
          <p:nvPr/>
        </p:nvPicPr>
        <p:blipFill>
          <a:blip r:embed="rId3">
            <a:alphaModFix amt="38873"/>
          </a:blip>
          <a:stretch>
            <a:fillRect/>
          </a:stretch>
        </p:blipFill>
        <p:spPr>
          <a:xfrm rot="-9719">
            <a:off x="10186738" y="76226"/>
            <a:ext cx="198377" cy="198377"/>
          </a:xfrm>
          <a:prstGeom prst="rect">
            <a:avLst/>
          </a:prstGeom>
        </p:spPr>
      </p:pic>
      <p:pic>
        <p:nvPicPr>
          <p:cNvPr id="22" name="Star 22" descr="icons3/star_gold.png"/>
          <p:cNvPicPr>
            <a:picLocks noChangeAspect="1"/>
          </p:cNvPicPr>
          <p:nvPr/>
        </p:nvPicPr>
        <p:blipFill>
          <a:blip r:embed="rId4">
            <a:alphaModFix amt="39054"/>
          </a:blip>
          <a:stretch>
            <a:fillRect/>
          </a:stretch>
        </p:blipFill>
        <p:spPr>
          <a:xfrm rot="-431834">
            <a:off x="10523754" y="6387974"/>
            <a:ext cx="165642" cy="1656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1"/>
                            </p:stCondLst>
                            <p:childTnLst>
                              <p:par>
                                <p:cTn id="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7520" repeatCount="indefinite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70 0.0580E" pathEditMode="relative" rAng="0" ptsTypes="">
                                      <p:cBhvr>
                                        <p:cTn id="8" dur="7520" repeatCount="indefinite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02"/>
                            </p:stCondLst>
                            <p:childTnLst>
                              <p:par>
                                <p:cTn id="1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8462" repeatCount="indefinite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70 0.0880E" pathEditMode="relative" rAng="0" ptsTypes="">
                                      <p:cBhvr>
                                        <p:cTn id="13" dur="8462" repeatCount="indefinite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74"/>
                            </p:stCondLst>
                            <p:childTnLst>
                              <p:par>
                                <p:cTn id="1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762" repeatCount="indefinite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00 0.0540E" pathEditMode="relative" rAng="0" ptsTypes="">
                                      <p:cBhvr>
                                        <p:cTn id="18" dur="5762" repeatCount="indefinite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85"/>
                            </p:stCondLst>
                            <p:childTnLst>
                              <p:par>
                                <p:cTn id="2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6054" repeatCount="indefinite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200 0.0450E" pathEditMode="relative" rAng="0" ptsTypes="">
                                      <p:cBhvr>
                                        <p:cTn id="23" dur="6054" repeatCount="indefinite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6"/>
                            </p:stCondLst>
                            <p:childTnLst>
                              <p:par>
                                <p:cTn id="2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7680" repeatCount="indefinite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80 0.0910E" pathEditMode="relative" rAng="0" ptsTypes="">
                                      <p:cBhvr>
                                        <p:cTn id="28" dur="7680" repeatCount="indefinite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63"/>
                            </p:stCondLst>
                            <p:childTnLst>
                              <p:par>
                                <p:cTn id="3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4888" repeatCount="indefinite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60 0.0410E" pathEditMode="relative" rAng="0" ptsTypes="">
                                      <p:cBhvr>
                                        <p:cTn id="33" dur="4888" repeatCount="indefinite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 clinic manually creates avoidable difficulties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94560"/>
            <a:ext cx="530352" cy="530352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7" name="Image 0" descr="icons3/patient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2332452"/>
            <a:ext cx="254569" cy="2545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1671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 are easy to lose, damage, or misplace over time.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70832" y="19659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9432" y="2194560"/>
            <a:ext cx="530352" cy="530352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2" name="Image 1" descr="icons3/doctor_vio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324" y="233245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85232" y="21671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Information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99432" y="2834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organized way to store and access doctor specialization details.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93024" y="19659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21624" y="2194560"/>
            <a:ext cx="530352" cy="530352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7" name="Image 2" descr="icons3/calendar_vio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516" y="2332452"/>
            <a:ext cx="254569" cy="25456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07424" y="21671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421624" y="2834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tracking appointment dates and times leads to clashes and confusion.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096512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4325112"/>
            <a:ext cx="530352" cy="530352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22" name="Image 3" descr="icons3/pills_vio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132" y="4463004"/>
            <a:ext cx="254569" cy="25456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77240" y="49651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prescriptions are hard to read, store, and retrieve later.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70832" y="4096512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99432" y="4325112"/>
            <a:ext cx="530352" cy="530352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27" name="Image 4" descr="icons3/search_vio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7324" y="4463004"/>
            <a:ext cx="254569" cy="25456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85232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Records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99432" y="49651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specific patient's file manually takes time and effort.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93024" y="4096512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421624" y="4325112"/>
            <a:ext cx="530352" cy="530352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32" name="Image 5" descr="icons3/clipboard_viol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9516" y="4463004"/>
            <a:ext cx="254569" cy="25456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07424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Data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421624" y="49651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everything consistent and updated by hand is error-prone.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&amp; Prescription Manager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00023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pic>
        <p:nvPicPr>
          <p:cNvPr id="37" name="Star 37" descr="icons3/star_gold.png"/>
          <p:cNvPicPr>
            <a:picLocks noChangeAspect="1"/>
          </p:cNvPicPr>
          <p:nvPr/>
        </p:nvPicPr>
        <p:blipFill>
          <a:blip r:embed="rId9">
            <a:alphaModFix amt="49488"/>
          </a:blip>
          <a:stretch>
            <a:fillRect/>
          </a:stretch>
        </p:blipFill>
        <p:spPr>
          <a:xfrm rot="-796004">
            <a:off x="10039287" y="94910"/>
            <a:ext cx="96105" cy="96105"/>
          </a:xfrm>
          <a:prstGeom prst="rect">
            <a:avLst/>
          </a:prstGeom>
        </p:spPr>
      </p:pic>
      <p:pic>
        <p:nvPicPr>
          <p:cNvPr id="38" name="Star 38" descr="icons3/star_gold.png"/>
          <p:cNvPicPr>
            <a:picLocks noChangeAspect="1"/>
          </p:cNvPicPr>
          <p:nvPr/>
        </p:nvPicPr>
        <p:blipFill>
          <a:blip r:embed="rId10">
            <a:alphaModFix amt="62468"/>
          </a:blip>
          <a:stretch>
            <a:fillRect/>
          </a:stretch>
        </p:blipFill>
        <p:spPr>
          <a:xfrm rot="-292646">
            <a:off x="9771203" y="6241757"/>
            <a:ext cx="108907" cy="108907"/>
          </a:xfrm>
          <a:prstGeom prst="rect">
            <a:avLst/>
          </a:prstGeom>
        </p:spPr>
      </p:pic>
      <p:pic>
        <p:nvPicPr>
          <p:cNvPr id="39" name="Star 39" descr="icons3/star_gold.png"/>
          <p:cNvPicPr>
            <a:picLocks noChangeAspect="1"/>
          </p:cNvPicPr>
          <p:nvPr/>
        </p:nvPicPr>
        <p:blipFill>
          <a:blip r:embed="rId9">
            <a:alphaModFix amt="55216"/>
          </a:blip>
          <a:stretch>
            <a:fillRect/>
          </a:stretch>
        </p:blipFill>
        <p:spPr>
          <a:xfrm rot="297292">
            <a:off x="248782" y="2216042"/>
            <a:ext cx="163434" cy="163434"/>
          </a:xfrm>
          <a:prstGeom prst="rect">
            <a:avLst/>
          </a:prstGeom>
        </p:spPr>
      </p:pic>
      <p:pic>
        <p:nvPicPr>
          <p:cNvPr id="40" name="Star 40" descr="icons3/star_gold.png"/>
          <p:cNvPicPr>
            <a:picLocks noChangeAspect="1"/>
          </p:cNvPicPr>
          <p:nvPr/>
        </p:nvPicPr>
        <p:blipFill>
          <a:blip r:embed="rId10">
            <a:alphaModFix amt="47312"/>
          </a:blip>
          <a:stretch>
            <a:fillRect/>
          </a:stretch>
        </p:blipFill>
        <p:spPr>
          <a:xfrm rot="-683877">
            <a:off x="11825540" y="5294813"/>
            <a:ext cx="138810" cy="138810"/>
          </a:xfrm>
          <a:prstGeom prst="rect">
            <a:avLst/>
          </a:prstGeom>
        </p:spPr>
      </p:pic>
      <p:pic>
        <p:nvPicPr>
          <p:cNvPr id="41" name="Star 41" descr="icons3/star_gold.png"/>
          <p:cNvPicPr>
            <a:picLocks noChangeAspect="1"/>
          </p:cNvPicPr>
          <p:nvPr/>
        </p:nvPicPr>
        <p:blipFill>
          <a:blip r:embed="rId9">
            <a:alphaModFix amt="39114"/>
          </a:blip>
          <a:stretch>
            <a:fillRect/>
          </a:stretch>
        </p:blipFill>
        <p:spPr>
          <a:xfrm rot="593404">
            <a:off x="1699941" y="141134"/>
            <a:ext cx="163972" cy="163972"/>
          </a:xfrm>
          <a:prstGeom prst="rect">
            <a:avLst/>
          </a:prstGeom>
        </p:spPr>
      </p:pic>
      <p:pic>
        <p:nvPicPr>
          <p:cNvPr id="42" name="Star 42" descr="icons3/star_gold.png"/>
          <p:cNvPicPr>
            <a:picLocks noChangeAspect="1"/>
          </p:cNvPicPr>
          <p:nvPr/>
        </p:nvPicPr>
        <p:blipFill>
          <a:blip r:embed="rId10">
            <a:alphaModFix amt="67533"/>
          </a:blip>
          <a:stretch>
            <a:fillRect/>
          </a:stretch>
        </p:blipFill>
        <p:spPr>
          <a:xfrm rot="-468074">
            <a:off x="9620785" y="6404181"/>
            <a:ext cx="179181" cy="1791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49"/>
                            </p:stCondLst>
                            <p:childTnLst>
                              <p:par>
                                <p:cTn id="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6590" repeatCount="indefinite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50 0.0500E" pathEditMode="relative" rAng="0" ptsTypes="">
                                      <p:cBhvr>
                                        <p:cTn id="8" dur="6590" repeatCount="indefinite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61"/>
                            </p:stCondLst>
                            <p:childTnLst>
                              <p:par>
                                <p:cTn id="1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8522" repeatCount="indefinite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90 0.0530E" pathEditMode="relative" rAng="0" ptsTypes="">
                                      <p:cBhvr>
                                        <p:cTn id="13" dur="8522" repeatCount="indefinite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75"/>
                            </p:stCondLst>
                            <p:childTnLst>
                              <p:par>
                                <p:cTn id="1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63" repeatCount="indefinite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00 0.0430E" pathEditMode="relative" rAng="0" ptsTypes="">
                                      <p:cBhvr>
                                        <p:cTn id="18" dur="5063" repeatCount="indefinite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45"/>
                            </p:stCondLst>
                            <p:childTnLst>
                              <p:par>
                                <p:cTn id="2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107" repeatCount="indefinite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90 0.0520E" pathEditMode="relative" rAng="0" ptsTypes="">
                                      <p:cBhvr>
                                        <p:cTn id="23" dur="5107" repeatCount="indefinite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3"/>
                            </p:stCondLst>
                            <p:childTnLst>
                              <p:par>
                                <p:cTn id="2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66" repeatCount="indefinite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60 0.0520E" pathEditMode="relative" rAng="0" ptsTypes="">
                                      <p:cBhvr>
                                        <p:cTn id="28" dur="5066" repeatCount="indefinite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10"/>
                            </p:stCondLst>
                            <p:childTnLst>
                              <p:par>
                                <p:cTn id="3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4995" repeatCount="indefinite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80 0.0370E" pathEditMode="relative" rAng="0" ptsTypes="">
                                      <p:cBhvr>
                                        <p:cTn id="33" dur="4995" repeatCount="indefinite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38912" cy="438912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5" name="Image 0" descr="icons3/checkCircle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7" y="2171517"/>
            <a:ext cx="210678" cy="2106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" y="205740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patient information efficiently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679192"/>
            <a:ext cx="438912" cy="438912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8" name="Image 1" descr="icons3/checkCircle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7" y="2793309"/>
            <a:ext cx="210678" cy="21067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2144" y="267919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doctor information and specialization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3300984"/>
            <a:ext cx="438912" cy="438912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1" name="Image 2" descr="icons3/checkCircle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7" y="3415101"/>
            <a:ext cx="210678" cy="21067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52144" y="330098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and organize patient appointments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3922776"/>
            <a:ext cx="438912" cy="438912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4" name="Image 3" descr="icons3/checkCircle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7" y="4036893"/>
            <a:ext cx="210678" cy="21067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52144" y="3922776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patient prescriptions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537960" y="2057400"/>
            <a:ext cx="438912" cy="438912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7" name="Image 4" descr="icons3/checkCircl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077" y="2171517"/>
            <a:ext cx="210678" cy="21067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41464" y="205740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display records quickly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6537960" y="2679192"/>
            <a:ext cx="438912" cy="438912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20" name="Image 5" descr="icons3/checkCircl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077" y="2793309"/>
            <a:ext cx="210678" cy="21067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141464" y="267919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manual, paper-based clinic work</a:t>
            </a:r>
            <a:endParaRPr lang="en-US" sz="1450" dirty="0"/>
          </a:p>
        </p:txBody>
      </p:sp>
      <p:sp>
        <p:nvSpPr>
          <p:cNvPr id="22" name="Shape 14"/>
          <p:cNvSpPr/>
          <p:nvPr/>
        </p:nvSpPr>
        <p:spPr>
          <a:xfrm>
            <a:off x="6537960" y="3300984"/>
            <a:ext cx="438912" cy="438912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23" name="Image 6" descr="icons3/checkCircl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077" y="3415101"/>
            <a:ext cx="210678" cy="21067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141464" y="330098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core Java programming concepts</a:t>
            </a:r>
            <a:endParaRPr lang="en-US" sz="1450" dirty="0"/>
          </a:p>
        </p:txBody>
      </p:sp>
      <p:sp>
        <p:nvSpPr>
          <p:cNvPr id="25" name="Shape 16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C1747"/>
          </a:solidFill>
          <a:ln w="12700">
            <a:solidFill>
              <a:srgbClr val="B9A6F5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777240" y="5257800"/>
            <a:ext cx="594360" cy="59436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27" name="Image 7" descr="icons3/target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774" y="5412334"/>
            <a:ext cx="285293" cy="285293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600200" y="50749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objective maps directly to a Java concept from Modules 1–6, keeping the project academically grounded.</a:t>
            </a:r>
            <a:endParaRPr lang="en-US" sz="1350" dirty="0"/>
          </a:p>
        </p:txBody>
      </p:sp>
      <p:sp>
        <p:nvSpPr>
          <p:cNvPr id="29" name="Text 1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&amp; Prescription Manager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1100023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pic>
        <p:nvPicPr>
          <p:cNvPr id="31" name="Star 31" descr="icons3/star_gold.png"/>
          <p:cNvPicPr>
            <a:picLocks noChangeAspect="1"/>
          </p:cNvPicPr>
          <p:nvPr/>
        </p:nvPicPr>
        <p:blipFill>
          <a:blip r:embed="rId6">
            <a:alphaModFix amt="55587"/>
          </a:blip>
          <a:stretch>
            <a:fillRect/>
          </a:stretch>
        </p:blipFill>
        <p:spPr>
          <a:xfrm rot="729966">
            <a:off x="10524097" y="181037"/>
            <a:ext cx="151027" cy="151027"/>
          </a:xfrm>
          <a:prstGeom prst="rect">
            <a:avLst/>
          </a:prstGeom>
        </p:spPr>
      </p:pic>
      <p:pic>
        <p:nvPicPr>
          <p:cNvPr id="32" name="Star 32" descr="icons3/star_gold.png"/>
          <p:cNvPicPr>
            <a:picLocks noChangeAspect="1"/>
          </p:cNvPicPr>
          <p:nvPr/>
        </p:nvPicPr>
        <p:blipFill>
          <a:blip r:embed="rId7">
            <a:alphaModFix amt="58696"/>
          </a:blip>
          <a:stretch>
            <a:fillRect/>
          </a:stretch>
        </p:blipFill>
        <p:spPr>
          <a:xfrm rot="50396">
            <a:off x="4867906" y="6274249"/>
            <a:ext cx="129291" cy="129291"/>
          </a:xfrm>
          <a:prstGeom prst="rect">
            <a:avLst/>
          </a:prstGeom>
        </p:spPr>
      </p:pic>
      <p:pic>
        <p:nvPicPr>
          <p:cNvPr id="33" name="Star 33" descr="icons3/star_gold.png"/>
          <p:cNvPicPr>
            <a:picLocks noChangeAspect="1"/>
          </p:cNvPicPr>
          <p:nvPr/>
        </p:nvPicPr>
        <p:blipFill>
          <a:blip r:embed="rId6">
            <a:alphaModFix amt="50997"/>
          </a:blip>
          <a:stretch>
            <a:fillRect/>
          </a:stretch>
        </p:blipFill>
        <p:spPr>
          <a:xfrm rot="565897">
            <a:off x="220581" y="3218672"/>
            <a:ext cx="100728" cy="100728"/>
          </a:xfrm>
          <a:prstGeom prst="rect">
            <a:avLst/>
          </a:prstGeom>
        </p:spPr>
      </p:pic>
      <p:pic>
        <p:nvPicPr>
          <p:cNvPr id="34" name="Star 34" descr="icons3/star_gold.png"/>
          <p:cNvPicPr>
            <a:picLocks noChangeAspect="1"/>
          </p:cNvPicPr>
          <p:nvPr/>
        </p:nvPicPr>
        <p:blipFill>
          <a:blip r:embed="rId7">
            <a:alphaModFix amt="67447"/>
          </a:blip>
          <a:stretch>
            <a:fillRect/>
          </a:stretch>
        </p:blipFill>
        <p:spPr>
          <a:xfrm rot="201416">
            <a:off x="11845020" y="4465094"/>
            <a:ext cx="204706" cy="204706"/>
          </a:xfrm>
          <a:prstGeom prst="rect">
            <a:avLst/>
          </a:prstGeom>
        </p:spPr>
      </p:pic>
      <p:pic>
        <p:nvPicPr>
          <p:cNvPr id="35" name="Star 35" descr="icons3/star_gold.png"/>
          <p:cNvPicPr>
            <a:picLocks noChangeAspect="1"/>
          </p:cNvPicPr>
          <p:nvPr/>
        </p:nvPicPr>
        <p:blipFill>
          <a:blip r:embed="rId6">
            <a:alphaModFix amt="39797"/>
          </a:blip>
          <a:stretch>
            <a:fillRect/>
          </a:stretch>
        </p:blipFill>
        <p:spPr>
          <a:xfrm rot="-296151">
            <a:off x="9288807" y="169608"/>
            <a:ext cx="105475" cy="105475"/>
          </a:xfrm>
          <a:prstGeom prst="rect">
            <a:avLst/>
          </a:prstGeom>
        </p:spPr>
      </p:pic>
      <p:pic>
        <p:nvPicPr>
          <p:cNvPr id="36" name="Star 36" descr="icons3/star_gold.png"/>
          <p:cNvPicPr>
            <a:picLocks noChangeAspect="1"/>
          </p:cNvPicPr>
          <p:nvPr/>
        </p:nvPicPr>
        <p:blipFill>
          <a:blip r:embed="rId7">
            <a:alphaModFix amt="57416"/>
          </a:blip>
          <a:stretch>
            <a:fillRect/>
          </a:stretch>
        </p:blipFill>
        <p:spPr>
          <a:xfrm rot="-554050">
            <a:off x="8903439" y="6401091"/>
            <a:ext cx="109920" cy="109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755"/>
                            </p:stCondLst>
                            <p:childTnLst>
                              <p:par>
                                <p:cTn id="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8849" repeatCount="indefinite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70 0.0710E" pathEditMode="relative" rAng="0" ptsTypes="">
                                      <p:cBhvr>
                                        <p:cTn id="8" dur="8849" repeatCount="indefinite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41"/>
                            </p:stCondLst>
                            <p:childTnLst>
                              <p:par>
                                <p:cTn id="1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633" repeatCount="indefinite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70 0.0920E" pathEditMode="relative" rAng="0" ptsTypes="">
                                      <p:cBhvr>
                                        <p:cTn id="13" dur="5633" repeatCount="indefinite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345"/>
                            </p:stCondLst>
                            <p:childTnLst>
                              <p:par>
                                <p:cTn id="1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8775" repeatCount="indefinite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70 0.0720E" pathEditMode="relative" rAng="0" ptsTypes="">
                                      <p:cBhvr>
                                        <p:cTn id="18" dur="8775" repeatCount="indefinite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6"/>
                            </p:stCondLst>
                            <p:childTnLst>
                              <p:par>
                                <p:cTn id="2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8389" repeatCount="indefinite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40 0.0930E" pathEditMode="relative" rAng="0" ptsTypes="">
                                      <p:cBhvr>
                                        <p:cTn id="23" dur="8389" repeatCount="indefinite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8"/>
                            </p:stCondLst>
                            <p:childTnLst>
                              <p:par>
                                <p:cTn id="2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4674" repeatCount="indefinite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50 0.0730E" pathEditMode="relative" rAng="0" ptsTypes="">
                                      <p:cBhvr>
                                        <p:cTn id="28" dur="4674" repeatCount="indefinite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7"/>
                            </p:stCondLst>
                            <p:childTnLst>
                              <p:par>
                                <p:cTn id="3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7048" repeatCount="indefinite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70 0.0550E" pathEditMode="relative" rAng="0" ptsTypes="">
                                      <p:cBhvr>
                                        <p:cTn id="33" dur="7048" repeatCount="indefinite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47472" y="23774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2633472"/>
            <a:ext cx="640080" cy="64008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6" name="Image 0" descr="icons3/patient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9" y="279989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0624" y="345643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007108" y="23774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455164" y="2633472"/>
            <a:ext cx="640080" cy="64008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0" name="Image 1" descr="icons3/doctor_vio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1585" y="279989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80260" y="345643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Details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666744" y="23774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114800" y="2633472"/>
            <a:ext cx="640080" cy="64008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4" name="Image 2" descr="icons3/calendar_vio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1221" y="2799893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39896" y="345643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326380" y="23774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774436" y="2633472"/>
            <a:ext cx="640080" cy="64008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8" name="Image 3" descr="icons3/pills_vio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0857" y="2799893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9532" y="345643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Management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986016" y="23774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434072" y="2633472"/>
            <a:ext cx="640080" cy="64008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22" name="Image 4" descr="icons3/search_vio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0493" y="2799893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59168" y="345643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Search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645652" y="23774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9093708" y="2633472"/>
            <a:ext cx="640080" cy="64008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26" name="Image 5" descr="icons3/clipboard_viol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129" y="2799893"/>
            <a:ext cx="307238" cy="30723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718804" y="345643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Display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10305288" y="23774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10753344" y="2633472"/>
            <a:ext cx="640080" cy="64008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30" name="Image 6" descr="icons3/chart_viol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19765" y="2799893"/>
            <a:ext cx="307238" cy="30723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378440" y="345643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Reports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&amp; Prescription Manager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00023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pic>
        <p:nvPicPr>
          <p:cNvPr id="34" name="Star 34" descr="icons3/star_gold.png"/>
          <p:cNvPicPr>
            <a:picLocks noChangeAspect="1"/>
          </p:cNvPicPr>
          <p:nvPr/>
        </p:nvPicPr>
        <p:blipFill>
          <a:blip r:embed="rId10">
            <a:alphaModFix amt="40086"/>
          </a:blip>
          <a:stretch>
            <a:fillRect/>
          </a:stretch>
        </p:blipFill>
        <p:spPr>
          <a:xfrm rot="-817777">
            <a:off x="10062957" y="135107"/>
            <a:ext cx="190213" cy="190213"/>
          </a:xfrm>
          <a:prstGeom prst="rect">
            <a:avLst/>
          </a:prstGeom>
        </p:spPr>
      </p:pic>
      <p:pic>
        <p:nvPicPr>
          <p:cNvPr id="35" name="Star 35" descr="icons3/star_gold.png"/>
          <p:cNvPicPr>
            <a:picLocks noChangeAspect="1"/>
          </p:cNvPicPr>
          <p:nvPr/>
        </p:nvPicPr>
        <p:blipFill>
          <a:blip r:embed="rId11">
            <a:alphaModFix amt="55561"/>
          </a:blip>
          <a:stretch>
            <a:fillRect/>
          </a:stretch>
        </p:blipFill>
        <p:spPr>
          <a:xfrm rot="754850">
            <a:off x="6575018" y="6491620"/>
            <a:ext cx="134580" cy="134580"/>
          </a:xfrm>
          <a:prstGeom prst="rect">
            <a:avLst/>
          </a:prstGeom>
        </p:spPr>
      </p:pic>
      <p:pic>
        <p:nvPicPr>
          <p:cNvPr id="36" name="Star 36" descr="icons3/star_gold.png"/>
          <p:cNvPicPr>
            <a:picLocks noChangeAspect="1"/>
          </p:cNvPicPr>
          <p:nvPr/>
        </p:nvPicPr>
        <p:blipFill>
          <a:blip r:embed="rId10">
            <a:alphaModFix amt="64897"/>
          </a:blip>
          <a:stretch>
            <a:fillRect/>
          </a:stretch>
        </p:blipFill>
        <p:spPr>
          <a:xfrm rot="141602">
            <a:off x="290192" y="1485140"/>
            <a:ext cx="99012" cy="99012"/>
          </a:xfrm>
          <a:prstGeom prst="rect">
            <a:avLst/>
          </a:prstGeom>
        </p:spPr>
      </p:pic>
      <p:pic>
        <p:nvPicPr>
          <p:cNvPr id="37" name="Star 37" descr="icons3/star_gold.png"/>
          <p:cNvPicPr>
            <a:picLocks noChangeAspect="1"/>
          </p:cNvPicPr>
          <p:nvPr/>
        </p:nvPicPr>
        <p:blipFill>
          <a:blip r:embed="rId11">
            <a:alphaModFix amt="66070"/>
          </a:blip>
          <a:stretch>
            <a:fillRect/>
          </a:stretch>
        </p:blipFill>
        <p:spPr>
          <a:xfrm rot="-333897">
            <a:off x="11887051" y="1245259"/>
            <a:ext cx="181362" cy="181362"/>
          </a:xfrm>
          <a:prstGeom prst="rect">
            <a:avLst/>
          </a:prstGeom>
        </p:spPr>
      </p:pic>
      <p:pic>
        <p:nvPicPr>
          <p:cNvPr id="38" name="Star 38" descr="icons3/star_gold.png"/>
          <p:cNvPicPr>
            <a:picLocks noChangeAspect="1"/>
          </p:cNvPicPr>
          <p:nvPr/>
        </p:nvPicPr>
        <p:blipFill>
          <a:blip r:embed="rId10">
            <a:alphaModFix amt="55290"/>
          </a:blip>
          <a:stretch>
            <a:fillRect/>
          </a:stretch>
        </p:blipFill>
        <p:spPr>
          <a:xfrm rot="-772767">
            <a:off x="10396328" y="149291"/>
            <a:ext cx="174820" cy="174820"/>
          </a:xfrm>
          <a:prstGeom prst="rect">
            <a:avLst/>
          </a:prstGeom>
        </p:spPr>
      </p:pic>
      <p:pic>
        <p:nvPicPr>
          <p:cNvPr id="39" name="Star 39" descr="icons3/star_gold.png"/>
          <p:cNvPicPr>
            <a:picLocks noChangeAspect="1"/>
          </p:cNvPicPr>
          <p:nvPr/>
        </p:nvPicPr>
        <p:blipFill>
          <a:blip r:embed="rId11">
            <a:alphaModFix amt="64205"/>
          </a:blip>
          <a:stretch>
            <a:fillRect/>
          </a:stretch>
        </p:blipFill>
        <p:spPr>
          <a:xfrm rot="823701">
            <a:off x="7172506" y="6361930"/>
            <a:ext cx="127302" cy="1273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54"/>
                            </p:stCondLst>
                            <p:childTnLst>
                              <p:par>
                                <p:cTn id="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8211" repeatCount="indefinite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40 0.0690E" pathEditMode="relative" rAng="0" ptsTypes="">
                                      <p:cBhvr>
                                        <p:cTn id="8" dur="8211" repeatCount="indefinite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441"/>
                            </p:stCondLst>
                            <p:childTnLst>
                              <p:par>
                                <p:cTn id="1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561" repeatCount="indefinite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30 0.0850E" pathEditMode="relative" rAng="0" ptsTypes="">
                                      <p:cBhvr>
                                        <p:cTn id="13" dur="5561" repeatCount="indefinite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3"/>
                            </p:stCondLst>
                            <p:childTnLst>
                              <p:par>
                                <p:cTn id="1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8377" repeatCount="indefinite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50 0.0920E" pathEditMode="relative" rAng="0" ptsTypes="">
                                      <p:cBhvr>
                                        <p:cTn id="18" dur="8377" repeatCount="indefinite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1"/>
                            </p:stCondLst>
                            <p:childTnLst>
                              <p:par>
                                <p:cTn id="2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8595" repeatCount="indefinite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30 0.0710E" pathEditMode="relative" rAng="0" ptsTypes="">
                                      <p:cBhvr>
                                        <p:cTn id="23" dur="8595" repeatCount="indefinite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76"/>
                            </p:stCondLst>
                            <p:childTnLst>
                              <p:par>
                                <p:cTn id="2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4601" repeatCount="indefinite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50 0.0730E" pathEditMode="relative" rAng="0" ptsTypes="">
                                      <p:cBhvr>
                                        <p:cTn id="28" dur="4601" repeatCount="indefinite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85"/>
                            </p:stCondLst>
                            <p:childTnLst>
                              <p:par>
                                <p:cTn id="3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446" repeatCount="indefinite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60 0.0510E" pathEditMode="relative" rAng="0" ptsTypes="">
                                      <p:cBhvr>
                                        <p:cTn id="33" dur="5446" repeatCount="indefinite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Java Concepts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6" name="Image 0" descr="icons3/cod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3728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Java (Core)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39593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VS Code / javac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43982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Console Interface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68680" y="48371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OOP + Collections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160520" y="1920240"/>
            <a:ext cx="7452360" cy="566928"/>
          </a:xfrm>
          <a:prstGeom prst="roundRect">
            <a:avLst>
              <a:gd name="adj" fmla="val 9677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0" y="19202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89320" y="19202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data types, operators, Scanner, typecasting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160520" y="2578608"/>
            <a:ext cx="7452360" cy="566928"/>
          </a:xfrm>
          <a:prstGeom prst="roundRect">
            <a:avLst>
              <a:gd name="adj" fmla="val 9677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43400" y="25786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89320" y="257860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if/else, switch, loops, break and continue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160520" y="3236976"/>
            <a:ext cx="7452360" cy="566928"/>
          </a:xfrm>
          <a:prstGeom prst="roundRect">
            <a:avLst>
              <a:gd name="adj" fmla="val 9677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43400" y="323697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989320" y="323697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Methods, arrays, searching, counting, summation, for-each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160520" y="3895344"/>
            <a:ext cx="7452360" cy="566928"/>
          </a:xfrm>
          <a:prstGeom prst="roundRect">
            <a:avLst>
              <a:gd name="adj" fmla="val 9677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43400" y="389534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989320" y="389534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objects and constructors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160520" y="4553712"/>
            <a:ext cx="7452360" cy="566928"/>
          </a:xfrm>
          <a:prstGeom prst="roundRect">
            <a:avLst>
              <a:gd name="adj" fmla="val 9677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43400" y="45537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989320" y="455371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operations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160520" y="5212080"/>
            <a:ext cx="7452360" cy="566928"/>
          </a:xfrm>
          <a:prstGeom prst="roundRect">
            <a:avLst>
              <a:gd name="adj" fmla="val 9677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43400" y="52120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989320" y="521208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and basic collections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&amp; Prescription Manager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0023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pic>
        <p:nvPicPr>
          <p:cNvPr id="32" name="Star 32" descr="icons3/star_gold.png"/>
          <p:cNvPicPr>
            <a:picLocks noChangeAspect="1"/>
          </p:cNvPicPr>
          <p:nvPr/>
        </p:nvPicPr>
        <p:blipFill>
          <a:blip r:embed="rId4">
            <a:alphaModFix amt="65257"/>
          </a:blip>
          <a:stretch>
            <a:fillRect/>
          </a:stretch>
        </p:blipFill>
        <p:spPr>
          <a:xfrm rot="-852683">
            <a:off x="3519383" y="90695"/>
            <a:ext cx="136591" cy="136591"/>
          </a:xfrm>
          <a:prstGeom prst="rect">
            <a:avLst/>
          </a:prstGeom>
        </p:spPr>
      </p:pic>
      <p:pic>
        <p:nvPicPr>
          <p:cNvPr id="33" name="Star 33" descr="icons3/star_gold.png"/>
          <p:cNvPicPr>
            <a:picLocks noChangeAspect="1"/>
          </p:cNvPicPr>
          <p:nvPr/>
        </p:nvPicPr>
        <p:blipFill>
          <a:blip r:embed="rId5">
            <a:alphaModFix amt="38863"/>
          </a:blip>
          <a:stretch>
            <a:fillRect/>
          </a:stretch>
        </p:blipFill>
        <p:spPr>
          <a:xfrm rot="135349">
            <a:off x="5522307" y="6247811"/>
            <a:ext cx="118600" cy="118600"/>
          </a:xfrm>
          <a:prstGeom prst="rect">
            <a:avLst/>
          </a:prstGeom>
        </p:spPr>
      </p:pic>
      <p:pic>
        <p:nvPicPr>
          <p:cNvPr id="34" name="Star 34" descr="icons3/star_gold.png"/>
          <p:cNvPicPr>
            <a:picLocks noChangeAspect="1"/>
          </p:cNvPicPr>
          <p:nvPr/>
        </p:nvPicPr>
        <p:blipFill>
          <a:blip r:embed="rId4">
            <a:alphaModFix amt="51227"/>
          </a:blip>
          <a:stretch>
            <a:fillRect/>
          </a:stretch>
        </p:blipFill>
        <p:spPr>
          <a:xfrm rot="648460">
            <a:off x="172485" y="4865000"/>
            <a:ext cx="142153" cy="142153"/>
          </a:xfrm>
          <a:prstGeom prst="rect">
            <a:avLst/>
          </a:prstGeom>
        </p:spPr>
      </p:pic>
      <p:pic>
        <p:nvPicPr>
          <p:cNvPr id="35" name="Star 35" descr="icons3/star_gold.png"/>
          <p:cNvPicPr>
            <a:picLocks noChangeAspect="1"/>
          </p:cNvPicPr>
          <p:nvPr/>
        </p:nvPicPr>
        <p:blipFill>
          <a:blip r:embed="rId5">
            <a:alphaModFix amt="45902"/>
          </a:blip>
          <a:stretch>
            <a:fillRect/>
          </a:stretch>
        </p:blipFill>
        <p:spPr>
          <a:xfrm rot="-731009">
            <a:off x="11905288" y="5309036"/>
            <a:ext cx="148875" cy="148875"/>
          </a:xfrm>
          <a:prstGeom prst="rect">
            <a:avLst/>
          </a:prstGeom>
        </p:spPr>
      </p:pic>
      <p:pic>
        <p:nvPicPr>
          <p:cNvPr id="36" name="Star 36" descr="icons3/star_gold.png"/>
          <p:cNvPicPr>
            <a:picLocks noChangeAspect="1"/>
          </p:cNvPicPr>
          <p:nvPr/>
        </p:nvPicPr>
        <p:blipFill>
          <a:blip r:embed="rId4">
            <a:alphaModFix amt="43973"/>
          </a:blip>
          <a:stretch>
            <a:fillRect/>
          </a:stretch>
        </p:blipFill>
        <p:spPr>
          <a:xfrm rot="-317330">
            <a:off x="7922954" y="132118"/>
            <a:ext cx="197384" cy="197384"/>
          </a:xfrm>
          <a:prstGeom prst="rect">
            <a:avLst/>
          </a:prstGeom>
        </p:spPr>
      </p:pic>
      <p:pic>
        <p:nvPicPr>
          <p:cNvPr id="37" name="Star 37" descr="icons3/star_gold.png"/>
          <p:cNvPicPr>
            <a:picLocks noChangeAspect="1"/>
          </p:cNvPicPr>
          <p:nvPr/>
        </p:nvPicPr>
        <p:blipFill>
          <a:blip r:embed="rId5">
            <a:alphaModFix amt="62216"/>
          </a:blip>
          <a:stretch>
            <a:fillRect/>
          </a:stretch>
        </p:blipFill>
        <p:spPr>
          <a:xfrm rot="-316109">
            <a:off x="6719181" y="6358971"/>
            <a:ext cx="219298" cy="2192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795"/>
                            </p:stCondLst>
                            <p:childTnLst>
                              <p:par>
                                <p:cTn id="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8249" repeatCount="indefinite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70 0.0630E" pathEditMode="relative" rAng="0" ptsTypes="">
                                      <p:cBhvr>
                                        <p:cTn id="8" dur="8249" repeatCount="indefinite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62"/>
                            </p:stCondLst>
                            <p:childTnLst>
                              <p:par>
                                <p:cTn id="1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8715" repeatCount="indefinite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20 0.0360E" pathEditMode="relative" rAng="0" ptsTypes="">
                                      <p:cBhvr>
                                        <p:cTn id="13" dur="8715" repeatCount="indefinite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84"/>
                            </p:stCondLst>
                            <p:childTnLst>
                              <p:par>
                                <p:cTn id="1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4682" repeatCount="indefinite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60 0.0490E" pathEditMode="relative" rAng="0" ptsTypes="">
                                      <p:cBhvr>
                                        <p:cTn id="18" dur="4682" repeatCount="indefinite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8"/>
                            </p:stCondLst>
                            <p:childTnLst>
                              <p:par>
                                <p:cTn id="2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8483" repeatCount="indefinite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30 0.0510E" pathEditMode="relative" rAng="0" ptsTypes="">
                                      <p:cBhvr>
                                        <p:cTn id="23" dur="8483" repeatCount="indefinite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16"/>
                            </p:stCondLst>
                            <p:childTnLst>
                              <p:par>
                                <p:cTn id="2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673" repeatCount="indefinite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90 0.0780E" pathEditMode="relative" rAng="0" ptsTypes="">
                                      <p:cBhvr>
                                        <p:cTn id="28" dur="5673" repeatCount="indefinite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1"/>
                            </p:stCondLst>
                            <p:childTnLst>
                              <p:par>
                                <p:cTn id="3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8120" repeatCount="indefinite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00 0.0660E" pathEditMode="relative" rAng="0" ptsTypes="">
                                      <p:cBhvr>
                                        <p:cTn id="33" dur="8120" repeatCount="indefinite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flows through the application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16052" y="228600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1C1747"/>
          </a:solidFill>
          <a:ln w="12700">
            <a:solidFill>
              <a:srgbClr val="B9A6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2414016"/>
            <a:ext cx="502920" cy="50292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7" name="Image 0" descr="icons3/patient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" y="2544775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1772" y="296265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pic>
        <p:nvPicPr>
          <p:cNvPr id="9" name="Image 1" descr="icons3/arrowRight_vio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7108" y="2665476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372868" y="228600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1C1747"/>
          </a:solidFill>
          <a:ln w="12700">
            <a:solidFill>
              <a:srgbClr val="B9A6F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907792" y="2414016"/>
            <a:ext cx="502920" cy="50292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2" name="Image 2" descr="icons3/clipboard_vio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8551" y="2544775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18588" y="296265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</a:t>
            </a:r>
            <a:endParaRPr lang="en-US" sz="1000" dirty="0"/>
          </a:p>
        </p:txBody>
      </p:sp>
      <p:pic>
        <p:nvPicPr>
          <p:cNvPr id="14" name="Image 3" descr="icons3/arrowRight_vio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924" y="2665476"/>
            <a:ext cx="292608" cy="29260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329684" y="228600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1C1747"/>
          </a:solidFill>
          <a:ln w="12700">
            <a:solidFill>
              <a:srgbClr val="B9A6F5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864608" y="2414016"/>
            <a:ext cx="502920" cy="50292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7" name="Image 4" descr="icons3/doctor_vio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5367" y="2544775"/>
            <a:ext cx="241402" cy="24140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75404" y="296265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000" dirty="0"/>
          </a:p>
        </p:txBody>
      </p:sp>
      <p:pic>
        <p:nvPicPr>
          <p:cNvPr id="19" name="Image 5" descr="icons3/arrowRight_vio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2665476"/>
            <a:ext cx="292608" cy="29260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286500" y="228600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1C1747"/>
          </a:solidFill>
          <a:ln w="12700">
            <a:solidFill>
              <a:srgbClr val="B9A6F5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6821424" y="2414016"/>
            <a:ext cx="502920" cy="50292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22" name="Image 6" descr="icons3/calendar_vio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2183" y="2544775"/>
            <a:ext cx="241402" cy="24140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332220" y="296265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000" dirty="0"/>
          </a:p>
        </p:txBody>
      </p:sp>
      <p:pic>
        <p:nvPicPr>
          <p:cNvPr id="24" name="Image 7" descr="icons3/arrowRight_vio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7556" y="2665476"/>
            <a:ext cx="292608" cy="292608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8243316" y="228600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1C1747"/>
          </a:solidFill>
          <a:ln w="12700">
            <a:solidFill>
              <a:srgbClr val="B9A6F5"/>
            </a:solidFill>
            <a:prstDash val="solid"/>
          </a:ln>
        </p:spPr>
      </p:sp>
      <p:sp>
        <p:nvSpPr>
          <p:cNvPr id="26" name="Shape 16"/>
          <p:cNvSpPr/>
          <p:nvPr/>
        </p:nvSpPr>
        <p:spPr>
          <a:xfrm>
            <a:off x="8778240" y="2414016"/>
            <a:ext cx="502920" cy="50292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27" name="Image 8" descr="icons3/pills_viol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8999" y="2544775"/>
            <a:ext cx="241402" cy="241402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8289036" y="296265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000" dirty="0"/>
          </a:p>
        </p:txBody>
      </p:sp>
      <p:pic>
        <p:nvPicPr>
          <p:cNvPr id="29" name="Image 9" descr="icons3/arrowRight_vio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72" y="2665476"/>
            <a:ext cx="292608" cy="292608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10200132" y="228600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1C1747"/>
          </a:solidFill>
          <a:ln w="12700">
            <a:solidFill>
              <a:srgbClr val="B9A6F5"/>
            </a:solidFill>
            <a:prstDash val="solid"/>
          </a:ln>
        </p:spPr>
      </p:sp>
      <p:sp>
        <p:nvSpPr>
          <p:cNvPr id="31" name="Shape 19"/>
          <p:cNvSpPr/>
          <p:nvPr/>
        </p:nvSpPr>
        <p:spPr>
          <a:xfrm>
            <a:off x="10735056" y="2414016"/>
            <a:ext cx="502920" cy="50292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32" name="Image 10" descr="icons3/chart_viol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65815" y="2544775"/>
            <a:ext cx="241402" cy="241402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10245852" y="296265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34" name="Shape 21"/>
          <p:cNvSpPr/>
          <p:nvPr/>
        </p:nvSpPr>
        <p:spPr>
          <a:xfrm>
            <a:off x="640080" y="3959352"/>
            <a:ext cx="310896" cy="310896"/>
          </a:xfrm>
          <a:prstGeom prst="ellipse">
            <a:avLst/>
          </a:prstGeom>
          <a:solidFill>
            <a:srgbClr val="1C1747"/>
          </a:solidFill>
          <a:ln w="12700">
            <a:solidFill>
              <a:srgbClr val="B9A6F5"/>
            </a:solidFill>
            <a:prstDash val="solid"/>
          </a:ln>
        </p:spPr>
      </p:sp>
      <p:sp>
        <p:nvSpPr>
          <p:cNvPr id="35" name="Text 22"/>
          <p:cNvSpPr/>
          <p:nvPr/>
        </p:nvSpPr>
        <p:spPr>
          <a:xfrm>
            <a:off x="640080" y="3959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23"/>
          <p:cNvSpPr/>
          <p:nvPr/>
        </p:nvSpPr>
        <p:spPr>
          <a:xfrm>
            <a:off x="1097280" y="3886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starts the program and is shown the Main Menu with numbered options.</a:t>
            </a:r>
            <a:endParaRPr lang="en-US" sz="1300" dirty="0"/>
          </a:p>
        </p:txBody>
      </p:sp>
      <p:sp>
        <p:nvSpPr>
          <p:cNvPr id="37" name="Shape 24"/>
          <p:cNvSpPr/>
          <p:nvPr/>
        </p:nvSpPr>
        <p:spPr>
          <a:xfrm>
            <a:off x="640080" y="4507992"/>
            <a:ext cx="310896" cy="310896"/>
          </a:xfrm>
          <a:prstGeom prst="ellipse">
            <a:avLst/>
          </a:prstGeom>
          <a:solidFill>
            <a:srgbClr val="1C1747"/>
          </a:solidFill>
          <a:ln w="12700">
            <a:solidFill>
              <a:srgbClr val="B9A6F5"/>
            </a:solidFill>
            <a:prstDash val="solid"/>
          </a:ln>
        </p:spPr>
      </p:sp>
      <p:sp>
        <p:nvSpPr>
          <p:cNvPr id="38" name="Text 25"/>
          <p:cNvSpPr/>
          <p:nvPr/>
        </p:nvSpPr>
        <p:spPr>
          <a:xfrm>
            <a:off x="640080" y="4507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26"/>
          <p:cNvSpPr/>
          <p:nvPr/>
        </p:nvSpPr>
        <p:spPr>
          <a:xfrm>
            <a:off x="1097280" y="4434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choice, the system routes to Patient, Doctor, Appointment or Prescription modules.</a:t>
            </a:r>
            <a:endParaRPr lang="en-US" sz="1300" dirty="0"/>
          </a:p>
        </p:txBody>
      </p:sp>
      <p:sp>
        <p:nvSpPr>
          <p:cNvPr id="40" name="Shape 27"/>
          <p:cNvSpPr/>
          <p:nvPr/>
        </p:nvSpPr>
        <p:spPr>
          <a:xfrm>
            <a:off x="640080" y="5056632"/>
            <a:ext cx="310896" cy="310896"/>
          </a:xfrm>
          <a:prstGeom prst="ellipse">
            <a:avLst/>
          </a:prstGeom>
          <a:solidFill>
            <a:srgbClr val="1C1747"/>
          </a:solidFill>
          <a:ln w="12700">
            <a:solidFill>
              <a:srgbClr val="B9A6F5"/>
            </a:solidFill>
            <a:prstDash val="solid"/>
          </a:ln>
        </p:spPr>
      </p:sp>
      <p:sp>
        <p:nvSpPr>
          <p:cNvPr id="41" name="Text 28"/>
          <p:cNvSpPr/>
          <p:nvPr/>
        </p:nvSpPr>
        <p:spPr>
          <a:xfrm>
            <a:off x="640080" y="5056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29"/>
          <p:cNvSpPr/>
          <p:nvPr/>
        </p:nvSpPr>
        <p:spPr>
          <a:xfrm>
            <a:off x="1097280" y="4983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collects input via Scanner, validates it, and stores it in the relevant ArrayList.</a:t>
            </a:r>
            <a:endParaRPr lang="en-US" sz="1300" dirty="0"/>
          </a:p>
        </p:txBody>
      </p:sp>
      <p:sp>
        <p:nvSpPr>
          <p:cNvPr id="43" name="Shape 30"/>
          <p:cNvSpPr/>
          <p:nvPr/>
        </p:nvSpPr>
        <p:spPr>
          <a:xfrm>
            <a:off x="640080" y="5605272"/>
            <a:ext cx="310896" cy="310896"/>
          </a:xfrm>
          <a:prstGeom prst="ellipse">
            <a:avLst/>
          </a:prstGeom>
          <a:solidFill>
            <a:srgbClr val="1C1747"/>
          </a:solidFill>
          <a:ln w="12700">
            <a:solidFill>
              <a:srgbClr val="B9A6F5"/>
            </a:solidFill>
            <a:prstDash val="solid"/>
          </a:ln>
        </p:spPr>
      </p:sp>
      <p:sp>
        <p:nvSpPr>
          <p:cNvPr id="44" name="Text 31"/>
          <p:cNvSpPr/>
          <p:nvPr/>
        </p:nvSpPr>
        <p:spPr>
          <a:xfrm>
            <a:off x="640080" y="5605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Text 32"/>
          <p:cNvSpPr/>
          <p:nvPr/>
        </p:nvSpPr>
        <p:spPr>
          <a:xfrm>
            <a:off x="109728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Finally, the user can view, search, sort, or stream a report of the stored records.</a:t>
            </a:r>
            <a:endParaRPr lang="en-US" sz="1300" dirty="0"/>
          </a:p>
        </p:txBody>
      </p:sp>
      <p:sp>
        <p:nvSpPr>
          <p:cNvPr id="46" name="Text 3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&amp; Prescription Manager</a:t>
            </a:r>
            <a:endParaRPr lang="en-US" sz="900" dirty="0"/>
          </a:p>
        </p:txBody>
      </p:sp>
      <p:sp>
        <p:nvSpPr>
          <p:cNvPr id="47" name="Text 34"/>
          <p:cNvSpPr/>
          <p:nvPr/>
        </p:nvSpPr>
        <p:spPr>
          <a:xfrm>
            <a:off x="1100023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pic>
        <p:nvPicPr>
          <p:cNvPr id="48" name="Star 48" descr="icons3/star_gold.png"/>
          <p:cNvPicPr>
            <a:picLocks noChangeAspect="1"/>
          </p:cNvPicPr>
          <p:nvPr/>
        </p:nvPicPr>
        <p:blipFill>
          <a:blip r:embed="rId10">
            <a:alphaModFix amt="50122"/>
          </a:blip>
          <a:stretch>
            <a:fillRect/>
          </a:stretch>
        </p:blipFill>
        <p:spPr>
          <a:xfrm rot="-102157">
            <a:off x="2092252" y="106194"/>
            <a:ext cx="109781" cy="109781"/>
          </a:xfrm>
          <a:prstGeom prst="rect">
            <a:avLst/>
          </a:prstGeom>
        </p:spPr>
      </p:pic>
      <p:pic>
        <p:nvPicPr>
          <p:cNvPr id="49" name="Star 49" descr="icons3/star_gold.png"/>
          <p:cNvPicPr>
            <a:picLocks noChangeAspect="1"/>
          </p:cNvPicPr>
          <p:nvPr/>
        </p:nvPicPr>
        <p:blipFill>
          <a:blip r:embed="rId11">
            <a:alphaModFix amt="50201"/>
          </a:blip>
          <a:stretch>
            <a:fillRect/>
          </a:stretch>
        </p:blipFill>
        <p:spPr>
          <a:xfrm rot="-582705">
            <a:off x="4614729" y="6186324"/>
            <a:ext cx="176313" cy="176313"/>
          </a:xfrm>
          <a:prstGeom prst="rect">
            <a:avLst/>
          </a:prstGeom>
        </p:spPr>
      </p:pic>
      <p:pic>
        <p:nvPicPr>
          <p:cNvPr id="50" name="Star 50" descr="icons3/star_gold.png"/>
          <p:cNvPicPr>
            <a:picLocks noChangeAspect="1"/>
          </p:cNvPicPr>
          <p:nvPr/>
        </p:nvPicPr>
        <p:blipFill>
          <a:blip r:embed="rId10">
            <a:alphaModFix amt="46950"/>
          </a:blip>
          <a:stretch>
            <a:fillRect/>
          </a:stretch>
        </p:blipFill>
        <p:spPr>
          <a:xfrm rot="117040">
            <a:off x="143906" y="734339"/>
            <a:ext cx="124438" cy="124438"/>
          </a:xfrm>
          <a:prstGeom prst="rect">
            <a:avLst/>
          </a:prstGeom>
        </p:spPr>
      </p:pic>
      <p:pic>
        <p:nvPicPr>
          <p:cNvPr id="51" name="Star 51" descr="icons3/star_gold.png"/>
          <p:cNvPicPr>
            <a:picLocks noChangeAspect="1"/>
          </p:cNvPicPr>
          <p:nvPr/>
        </p:nvPicPr>
        <p:blipFill>
          <a:blip r:embed="rId11">
            <a:alphaModFix amt="62456"/>
          </a:blip>
          <a:stretch>
            <a:fillRect/>
          </a:stretch>
        </p:blipFill>
        <p:spPr>
          <a:xfrm rot="-594495">
            <a:off x="11896797" y="5815477"/>
            <a:ext cx="160069" cy="160069"/>
          </a:xfrm>
          <a:prstGeom prst="rect">
            <a:avLst/>
          </a:prstGeom>
        </p:spPr>
      </p:pic>
      <p:pic>
        <p:nvPicPr>
          <p:cNvPr id="52" name="Star 52" descr="icons3/star_gold.png"/>
          <p:cNvPicPr>
            <a:picLocks noChangeAspect="1"/>
          </p:cNvPicPr>
          <p:nvPr/>
        </p:nvPicPr>
        <p:blipFill>
          <a:blip r:embed="rId10">
            <a:alphaModFix amt="55880"/>
          </a:blip>
          <a:stretch>
            <a:fillRect/>
          </a:stretch>
        </p:blipFill>
        <p:spPr>
          <a:xfrm rot="287703">
            <a:off x="2805398" y="105252"/>
            <a:ext cx="214924" cy="214924"/>
          </a:xfrm>
          <a:prstGeom prst="rect">
            <a:avLst/>
          </a:prstGeom>
        </p:spPr>
      </p:pic>
      <p:pic>
        <p:nvPicPr>
          <p:cNvPr id="53" name="Star 53" descr="icons3/star_gold.png"/>
          <p:cNvPicPr>
            <a:picLocks noChangeAspect="1"/>
          </p:cNvPicPr>
          <p:nvPr/>
        </p:nvPicPr>
        <p:blipFill>
          <a:blip r:embed="rId11">
            <a:alphaModFix amt="38538"/>
          </a:blip>
          <a:stretch>
            <a:fillRect/>
          </a:stretch>
        </p:blipFill>
        <p:spPr>
          <a:xfrm rot="181063">
            <a:off x="10083022" y="6385719"/>
            <a:ext cx="149853" cy="1498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28"/>
                            </p:stCondLst>
                            <p:childTnLst>
                              <p:par>
                                <p:cTn id="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6552" repeatCount="indefinite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60 0.0470E" pathEditMode="relative" rAng="0" ptsTypes="">
                                      <p:cBhvr>
                                        <p:cTn id="8" dur="6552" repeatCount="indefinite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38"/>
                            </p:stCondLst>
                            <p:childTnLst>
                              <p:par>
                                <p:cTn id="1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7649" repeatCount="indefinite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30 0.0490E" pathEditMode="relative" rAng="0" ptsTypes="">
                                      <p:cBhvr>
                                        <p:cTn id="13" dur="7649" repeatCount="indefinite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78"/>
                            </p:stCondLst>
                            <p:childTnLst>
                              <p:par>
                                <p:cTn id="1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602" repeatCount="indefinite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40 0.0660E" pathEditMode="relative" rAng="0" ptsTypes="">
                                      <p:cBhvr>
                                        <p:cTn id="18" dur="5602" repeatCount="indefinite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56"/>
                            </p:stCondLst>
                            <p:childTnLst>
                              <p:par>
                                <p:cTn id="2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25" repeatCount="indefinite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10 0.0950E" pathEditMode="relative" rAng="0" ptsTypes="">
                                      <p:cBhvr>
                                        <p:cTn id="23" dur="5025" repeatCount="indefinite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1"/>
                            </p:stCondLst>
                            <p:childTnLst>
                              <p:par>
                                <p:cTn id="2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8191" repeatCount="indefinite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10 0.0650E" pathEditMode="relative" rAng="0" ptsTypes="">
                                      <p:cBhvr>
                                        <p:cTn id="28" dur="8191" repeatCount="indefinite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47"/>
                            </p:stCondLst>
                            <p:childTnLst>
                              <p:par>
                                <p:cTn id="3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7633" repeatCount="indefinite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90 0.0750E" pathEditMode="relative" rAng="0" ptsTypes="">
                                      <p:cBhvr>
                                        <p:cTn id="33" dur="7633" repeatCount="indefinite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concepts demonstrated in the project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532120" cy="4023360"/>
          </a:xfrm>
          <a:prstGeom prst="roundRect">
            <a:avLst>
              <a:gd name="adj" fmla="val 1818"/>
            </a:avLst>
          </a:prstGeom>
          <a:solidFill>
            <a:srgbClr val="0A0824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30552"/>
            <a:ext cx="118872" cy="118872"/>
          </a:xfrm>
          <a:prstGeom prst="ellipse">
            <a:avLst/>
          </a:prstGeom>
          <a:solidFill>
            <a:srgbClr val="B9A6F5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2130552"/>
            <a:ext cx="118872" cy="118872"/>
          </a:xfrm>
          <a:prstGeom prst="ellipse">
            <a:avLst/>
          </a:prstGeom>
          <a:solidFill>
            <a:srgbClr val="F0C46D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2130552"/>
            <a:ext cx="118872" cy="118872"/>
          </a:xfrm>
          <a:prstGeom prst="ellipse">
            <a:avLst/>
          </a:prstGeom>
          <a:solidFill>
            <a:srgbClr val="6F6B99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0574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Patient.java — input &amp; validation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404872"/>
            <a:ext cx="512978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C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Scanner input + variables (Module 1)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C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System.out.print("Patient ID: ");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C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id = sc.nextInt();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C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sc.nextLine();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C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name = sc.nextLine();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C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Condition (Module 2)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C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&gt; 0 &amp;&amp; age &lt;= 120) 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C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patients.add(new Patient(id, name, age));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C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96596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0A0824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4808" y="2130552"/>
            <a:ext cx="118872" cy="118872"/>
          </a:xfrm>
          <a:prstGeom prst="ellipse">
            <a:avLst/>
          </a:prstGeom>
          <a:solidFill>
            <a:srgbClr val="B9A6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665976" y="2130552"/>
            <a:ext cx="118872" cy="118872"/>
          </a:xfrm>
          <a:prstGeom prst="ellipse">
            <a:avLst/>
          </a:prstGeom>
          <a:solidFill>
            <a:srgbClr val="F0C46D"/>
          </a:solidFill>
          <a:ln/>
        </p:spPr>
      </p:sp>
      <p:sp>
        <p:nvSpPr>
          <p:cNvPr id="14" name="Shape 12"/>
          <p:cNvSpPr/>
          <p:nvPr/>
        </p:nvSpPr>
        <p:spPr>
          <a:xfrm>
            <a:off x="6867144" y="2130552"/>
            <a:ext cx="118872" cy="118872"/>
          </a:xfrm>
          <a:prstGeom prst="ellipse">
            <a:avLst/>
          </a:prstGeom>
          <a:solidFill>
            <a:srgbClr val="6F6B99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/ Patient class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64808" y="2404872"/>
            <a:ext cx="499262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C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 + loop (Module 3)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C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medicines = input.split(",");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C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 &amp; object (Module 4)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C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Patient implements Comparable&lt;Patient&gt; 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C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id; String name; int age;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C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C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Enhanced for-each (Module 3/6)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C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(Patient p : patients)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C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System.out.println(p);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&amp; Prescription Manager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0023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pic>
        <p:nvPicPr>
          <p:cNvPr id="19" name="Star 19" descr="icons3/star_gold.png"/>
          <p:cNvPicPr>
            <a:picLocks noChangeAspect="1"/>
          </p:cNvPicPr>
          <p:nvPr/>
        </p:nvPicPr>
        <p:blipFill>
          <a:blip r:embed="rId3">
            <a:alphaModFix amt="61147"/>
          </a:blip>
          <a:stretch>
            <a:fillRect/>
          </a:stretch>
        </p:blipFill>
        <p:spPr>
          <a:xfrm rot="-65188">
            <a:off x="2437064" y="186228"/>
            <a:ext cx="141658" cy="141658"/>
          </a:xfrm>
          <a:prstGeom prst="rect">
            <a:avLst/>
          </a:prstGeom>
        </p:spPr>
      </p:pic>
      <p:pic>
        <p:nvPicPr>
          <p:cNvPr id="20" name="Star 20" descr="icons3/star_gold.png"/>
          <p:cNvPicPr>
            <a:picLocks noChangeAspect="1"/>
          </p:cNvPicPr>
          <p:nvPr/>
        </p:nvPicPr>
        <p:blipFill>
          <a:blip r:embed="rId4">
            <a:alphaModFix amt="61243"/>
          </a:blip>
          <a:stretch>
            <a:fillRect/>
          </a:stretch>
        </p:blipFill>
        <p:spPr>
          <a:xfrm rot="430201">
            <a:off x="3897897" y="6215309"/>
            <a:ext cx="98158" cy="98158"/>
          </a:xfrm>
          <a:prstGeom prst="rect">
            <a:avLst/>
          </a:prstGeom>
        </p:spPr>
      </p:pic>
      <p:pic>
        <p:nvPicPr>
          <p:cNvPr id="21" name="Star 21" descr="icons3/star_gold.png"/>
          <p:cNvPicPr>
            <a:picLocks noChangeAspect="1"/>
          </p:cNvPicPr>
          <p:nvPr/>
        </p:nvPicPr>
        <p:blipFill>
          <a:blip r:embed="rId3">
            <a:alphaModFix amt="63876"/>
          </a:blip>
          <a:stretch>
            <a:fillRect/>
          </a:stretch>
        </p:blipFill>
        <p:spPr>
          <a:xfrm rot="-462192">
            <a:off x="98817" y="3552576"/>
            <a:ext cx="111273" cy="111273"/>
          </a:xfrm>
          <a:prstGeom prst="rect">
            <a:avLst/>
          </a:prstGeom>
        </p:spPr>
      </p:pic>
      <p:pic>
        <p:nvPicPr>
          <p:cNvPr id="22" name="Star 22" descr="icons3/star_gold.png"/>
          <p:cNvPicPr>
            <a:picLocks noChangeAspect="1"/>
          </p:cNvPicPr>
          <p:nvPr/>
        </p:nvPicPr>
        <p:blipFill>
          <a:blip r:embed="rId4">
            <a:alphaModFix amt="38445"/>
          </a:blip>
          <a:stretch>
            <a:fillRect/>
          </a:stretch>
        </p:blipFill>
        <p:spPr>
          <a:xfrm rot="359816">
            <a:off x="11800061" y="5454525"/>
            <a:ext cx="103419" cy="103419"/>
          </a:xfrm>
          <a:prstGeom prst="rect">
            <a:avLst/>
          </a:prstGeom>
        </p:spPr>
      </p:pic>
      <p:pic>
        <p:nvPicPr>
          <p:cNvPr id="23" name="Star 23" descr="icons3/star_gold.png"/>
          <p:cNvPicPr>
            <a:picLocks noChangeAspect="1"/>
          </p:cNvPicPr>
          <p:nvPr/>
        </p:nvPicPr>
        <p:blipFill>
          <a:blip r:embed="rId3">
            <a:alphaModFix amt="41649"/>
          </a:blip>
          <a:stretch>
            <a:fillRect/>
          </a:stretch>
        </p:blipFill>
        <p:spPr>
          <a:xfrm rot="-582775">
            <a:off x="6800362" y="63342"/>
            <a:ext cx="214380" cy="214380"/>
          </a:xfrm>
          <a:prstGeom prst="rect">
            <a:avLst/>
          </a:prstGeom>
        </p:spPr>
      </p:pic>
      <p:pic>
        <p:nvPicPr>
          <p:cNvPr id="24" name="Star 24" descr="icons3/star_gold.png"/>
          <p:cNvPicPr>
            <a:picLocks noChangeAspect="1"/>
          </p:cNvPicPr>
          <p:nvPr/>
        </p:nvPicPr>
        <p:blipFill>
          <a:blip r:embed="rId4">
            <a:alphaModFix amt="48628"/>
          </a:blip>
          <a:stretch>
            <a:fillRect/>
          </a:stretch>
        </p:blipFill>
        <p:spPr>
          <a:xfrm rot="-752538">
            <a:off x="7012081" y="6257883"/>
            <a:ext cx="170487" cy="1704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376"/>
                            </p:stCondLst>
                            <p:childTnLst>
                              <p:par>
                                <p:cTn id="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7083" repeatCount="indefinite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70 0.0800E" pathEditMode="relative" rAng="0" ptsTypes="">
                                      <p:cBhvr>
                                        <p:cTn id="8" dur="7083" repeatCount="indefinite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2"/>
                            </p:stCondLst>
                            <p:childTnLst>
                              <p:par>
                                <p:cTn id="1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4757" repeatCount="indefinite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40 0.0520E" pathEditMode="relative" rAng="0" ptsTypes="">
                                      <p:cBhvr>
                                        <p:cTn id="13" dur="4757" repeatCount="indefinite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68"/>
                            </p:stCondLst>
                            <p:childTnLst>
                              <p:par>
                                <p:cTn id="1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7401" repeatCount="indefinite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30 0.0540E" pathEditMode="relative" rAng="0" ptsTypes="">
                                      <p:cBhvr>
                                        <p:cTn id="18" dur="7401" repeatCount="indefinite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29"/>
                            </p:stCondLst>
                            <p:childTnLst>
                              <p:par>
                                <p:cTn id="2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8225" repeatCount="indefinite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30 0.0470E" pathEditMode="relative" rAng="0" ptsTypes="">
                                      <p:cBhvr>
                                        <p:cTn id="23" dur="8225" repeatCount="indefinite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86"/>
                            </p:stCondLst>
                            <p:childTnLst>
                              <p:par>
                                <p:cTn id="2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654" repeatCount="indefinite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40 0.0850E" pathEditMode="relative" rAng="0" ptsTypes="">
                                      <p:cBhvr>
                                        <p:cTn id="28" dur="5654" repeatCount="indefinite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14"/>
                            </p:stCondLst>
                            <p:childTnLst>
                              <p:par>
                                <p:cTn id="3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393" repeatCount="indefinite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200 0.0750E" pathEditMode="relative" rAng="0" ptsTypes="">
                                      <p:cBhvr>
                                        <p:cTn id="33" dur="5393" repeatCount="indefinite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Modules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5900" y="2377440"/>
            <a:ext cx="777240" cy="77724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6" name="Image 0" descr="icons3/patient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982" y="25795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337560"/>
            <a:ext cx="2322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Management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3995928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store and update patient details such as ID, name and age.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56432" y="205740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93692" y="2377440"/>
            <a:ext cx="777240" cy="77724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1" name="Image 1" descr="icons3/doctor_vio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774" y="257952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21024" y="3337560"/>
            <a:ext cx="2322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Management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57600" y="3995928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doctor records including specialization and ID.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64224" y="205740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01484" y="2377440"/>
            <a:ext cx="777240" cy="77724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6" name="Image 2" descr="icons3/calendar_vio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3566" y="257952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28816" y="3337560"/>
            <a:ext cx="2322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Management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65392" y="3995928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appointments by linking a patient, doctor, date and time.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72016" y="205740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209276" y="2377440"/>
            <a:ext cx="777240" cy="77724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21" name="Image 3" descr="icons3/pills_vio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1358" y="257952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36608" y="3337560"/>
            <a:ext cx="2322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Management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473184" y="3995928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prescriptions with medicines and dosage for each patient.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&amp; Prescription Manager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0023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pic>
        <p:nvPicPr>
          <p:cNvPr id="26" name="Star 26" descr="icons3/star_gold.png"/>
          <p:cNvPicPr>
            <a:picLocks noChangeAspect="1"/>
          </p:cNvPicPr>
          <p:nvPr/>
        </p:nvPicPr>
        <p:blipFill>
          <a:blip r:embed="rId7">
            <a:alphaModFix amt="51531"/>
          </a:blip>
          <a:stretch>
            <a:fillRect/>
          </a:stretch>
        </p:blipFill>
        <p:spPr>
          <a:xfrm rot="430453">
            <a:off x="6528229" y="99470"/>
            <a:ext cx="215235" cy="215235"/>
          </a:xfrm>
          <a:prstGeom prst="rect">
            <a:avLst/>
          </a:prstGeom>
        </p:spPr>
      </p:pic>
      <p:pic>
        <p:nvPicPr>
          <p:cNvPr id="27" name="Star 27" descr="icons3/star_gold.png"/>
          <p:cNvPicPr>
            <a:picLocks noChangeAspect="1"/>
          </p:cNvPicPr>
          <p:nvPr/>
        </p:nvPicPr>
        <p:blipFill>
          <a:blip r:embed="rId8">
            <a:alphaModFix amt="66073"/>
          </a:blip>
          <a:stretch>
            <a:fillRect/>
          </a:stretch>
        </p:blipFill>
        <p:spPr>
          <a:xfrm rot="-136294">
            <a:off x="2635310" y="6435888"/>
            <a:ext cx="106101" cy="106101"/>
          </a:xfrm>
          <a:prstGeom prst="rect">
            <a:avLst/>
          </a:prstGeom>
        </p:spPr>
      </p:pic>
      <p:pic>
        <p:nvPicPr>
          <p:cNvPr id="28" name="Star 28" descr="icons3/star_gold.png"/>
          <p:cNvPicPr>
            <a:picLocks noChangeAspect="1"/>
          </p:cNvPicPr>
          <p:nvPr/>
        </p:nvPicPr>
        <p:blipFill>
          <a:blip r:embed="rId7">
            <a:alphaModFix amt="66483"/>
          </a:blip>
          <a:stretch>
            <a:fillRect/>
          </a:stretch>
        </p:blipFill>
        <p:spPr>
          <a:xfrm rot="77250">
            <a:off x="151750" y="1420452"/>
            <a:ext cx="153417" cy="153417"/>
          </a:xfrm>
          <a:prstGeom prst="rect">
            <a:avLst/>
          </a:prstGeom>
        </p:spPr>
      </p:pic>
      <p:pic>
        <p:nvPicPr>
          <p:cNvPr id="29" name="Star 29" descr="icons3/star_gold.png"/>
          <p:cNvPicPr>
            <a:picLocks noChangeAspect="1"/>
          </p:cNvPicPr>
          <p:nvPr/>
        </p:nvPicPr>
        <p:blipFill>
          <a:blip r:embed="rId8">
            <a:alphaModFix amt="41696"/>
          </a:blip>
          <a:stretch>
            <a:fillRect/>
          </a:stretch>
        </p:blipFill>
        <p:spPr>
          <a:xfrm rot="-597764">
            <a:off x="11844909" y="2920941"/>
            <a:ext cx="188261" cy="188261"/>
          </a:xfrm>
          <a:prstGeom prst="rect">
            <a:avLst/>
          </a:prstGeom>
        </p:spPr>
      </p:pic>
      <p:pic>
        <p:nvPicPr>
          <p:cNvPr id="30" name="Star 30" descr="icons3/star_gold.png"/>
          <p:cNvPicPr>
            <a:picLocks noChangeAspect="1"/>
          </p:cNvPicPr>
          <p:nvPr/>
        </p:nvPicPr>
        <p:blipFill>
          <a:blip r:embed="rId7">
            <a:alphaModFix amt="45580"/>
          </a:blip>
          <a:stretch>
            <a:fillRect/>
          </a:stretch>
        </p:blipFill>
        <p:spPr>
          <a:xfrm rot="103742">
            <a:off x="1087481" y="86897"/>
            <a:ext cx="157676" cy="157676"/>
          </a:xfrm>
          <a:prstGeom prst="rect">
            <a:avLst/>
          </a:prstGeom>
        </p:spPr>
      </p:pic>
      <p:pic>
        <p:nvPicPr>
          <p:cNvPr id="31" name="Star 31" descr="icons3/star_gold.png"/>
          <p:cNvPicPr>
            <a:picLocks noChangeAspect="1"/>
          </p:cNvPicPr>
          <p:nvPr/>
        </p:nvPicPr>
        <p:blipFill>
          <a:blip r:embed="rId8">
            <a:alphaModFix amt="58707"/>
          </a:blip>
          <a:stretch>
            <a:fillRect/>
          </a:stretch>
        </p:blipFill>
        <p:spPr>
          <a:xfrm rot="207836">
            <a:off x="9812921" y="6194178"/>
            <a:ext cx="109215" cy="1092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59"/>
                            </p:stCondLst>
                            <p:childTnLst>
                              <p:par>
                                <p:cTn id="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6122" repeatCount="indefinite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80 0.0470E" pathEditMode="relative" rAng="0" ptsTypes="">
                                      <p:cBhvr>
                                        <p:cTn id="8" dur="6122" repeatCount="indefinite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65"/>
                            </p:stCondLst>
                            <p:childTnLst>
                              <p:par>
                                <p:cTn id="1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4588" repeatCount="indefinite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80 0.0830E" pathEditMode="relative" rAng="0" ptsTypes="">
                                      <p:cBhvr>
                                        <p:cTn id="13" dur="4588" repeatCount="indefinite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66"/>
                            </p:stCondLst>
                            <p:childTnLst>
                              <p:par>
                                <p:cTn id="1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6355" repeatCount="indefinite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40 0.0520E" pathEditMode="relative" rAng="0" ptsTypes="">
                                      <p:cBhvr>
                                        <p:cTn id="18" dur="6355" repeatCount="indefinite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5"/>
                            </p:stCondLst>
                            <p:childTnLst>
                              <p:par>
                                <p:cTn id="2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6334" repeatCount="indefinite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60 0.0400E" pathEditMode="relative" rAng="0" ptsTypes="">
                                      <p:cBhvr>
                                        <p:cTn id="23" dur="6334" repeatCount="indefinite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6"/>
                            </p:stCondLst>
                            <p:childTnLst>
                              <p:par>
                                <p:cTn id="2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8190" repeatCount="indefinite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90 0.0640E" pathEditMode="relative" rAng="0" ptsTypes="">
                                      <p:cBhvr>
                                        <p:cTn id="28" dur="8190" repeatCount="indefinite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71"/>
                            </p:stCondLst>
                            <p:childTnLst>
                              <p:par>
                                <p:cTn id="3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8617" repeatCount="indefinite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30 0.0850E" pathEditMode="relative" rAng="0" ptsTypes="">
                                      <p:cBhvr>
                                        <p:cTn id="33" dur="8617" repeatCount="indefinite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267712"/>
            <a:ext cx="548640" cy="54864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6" name="Image 0" descr="icons3/calendar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" y="24103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488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appointment management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21488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82512" y="2267712"/>
            <a:ext cx="548640" cy="54864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0" name="Image 1" descr="icons3/clipboard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58" y="2410358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21488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patient records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127248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3232" y="3246120"/>
            <a:ext cx="548640" cy="54864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4" name="Image 2" descr="icons3/search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" y="338876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12724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searching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17920" y="3127248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382512" y="3246120"/>
            <a:ext cx="548640" cy="54864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8" name="Image 3" descr="icons3/pdf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5158" y="338876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86600" y="312724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paperwork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4105656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13232" y="4224528"/>
            <a:ext cx="548640" cy="54864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22" name="Image 4" descr="icons3/mobile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878" y="4367174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4105656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user interaction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217920" y="4105656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382512" y="4224528"/>
            <a:ext cx="548640" cy="54864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26" name="Image 5" descr="icons3/database_go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5158" y="4367174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86600" y="4105656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record management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548640" y="5084064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13232" y="5202936"/>
            <a:ext cx="548640" cy="54864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30" name="Image 6" descr="icons3/code_go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878" y="5345582"/>
            <a:ext cx="263347" cy="263347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17320" y="508406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practical Java programming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&amp; Prescription Manager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00023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pic>
        <p:nvPicPr>
          <p:cNvPr id="34" name="Star 34" descr="icons3/star_gold.png"/>
          <p:cNvPicPr>
            <a:picLocks noChangeAspect="1"/>
          </p:cNvPicPr>
          <p:nvPr/>
        </p:nvPicPr>
        <p:blipFill>
          <a:blip r:embed="rId10">
            <a:alphaModFix amt="69610"/>
          </a:blip>
          <a:stretch>
            <a:fillRect/>
          </a:stretch>
        </p:blipFill>
        <p:spPr>
          <a:xfrm rot="689941">
            <a:off x="2226903" y="128449"/>
            <a:ext cx="129071" cy="129071"/>
          </a:xfrm>
          <a:prstGeom prst="rect">
            <a:avLst/>
          </a:prstGeom>
        </p:spPr>
      </p:pic>
      <p:pic>
        <p:nvPicPr>
          <p:cNvPr id="35" name="Star 35" descr="icons3/star_gold.png"/>
          <p:cNvPicPr>
            <a:picLocks noChangeAspect="1"/>
          </p:cNvPicPr>
          <p:nvPr/>
        </p:nvPicPr>
        <p:blipFill>
          <a:blip r:embed="rId11">
            <a:alphaModFix amt="59032"/>
          </a:blip>
          <a:stretch>
            <a:fillRect/>
          </a:stretch>
        </p:blipFill>
        <p:spPr>
          <a:xfrm rot="187157">
            <a:off x="3502500" y="6273243"/>
            <a:ext cx="209047" cy="209047"/>
          </a:xfrm>
          <a:prstGeom prst="rect">
            <a:avLst/>
          </a:prstGeom>
        </p:spPr>
      </p:pic>
      <p:pic>
        <p:nvPicPr>
          <p:cNvPr id="36" name="Star 36" descr="icons3/star_gold.png"/>
          <p:cNvPicPr>
            <a:picLocks noChangeAspect="1"/>
          </p:cNvPicPr>
          <p:nvPr/>
        </p:nvPicPr>
        <p:blipFill>
          <a:blip r:embed="rId10">
            <a:alphaModFix amt="49600"/>
          </a:blip>
          <a:stretch>
            <a:fillRect/>
          </a:stretch>
        </p:blipFill>
        <p:spPr>
          <a:xfrm rot="718871">
            <a:off x="211968" y="4916928"/>
            <a:ext cx="159807" cy="159807"/>
          </a:xfrm>
          <a:prstGeom prst="rect">
            <a:avLst/>
          </a:prstGeom>
        </p:spPr>
      </p:pic>
      <p:pic>
        <p:nvPicPr>
          <p:cNvPr id="37" name="Star 37" descr="icons3/star_gold.png"/>
          <p:cNvPicPr>
            <a:picLocks noChangeAspect="1"/>
          </p:cNvPicPr>
          <p:nvPr/>
        </p:nvPicPr>
        <p:blipFill>
          <a:blip r:embed="rId11">
            <a:alphaModFix amt="49617"/>
          </a:blip>
          <a:stretch>
            <a:fillRect/>
          </a:stretch>
        </p:blipFill>
        <p:spPr>
          <a:xfrm rot="-208643">
            <a:off x="11906366" y="2337003"/>
            <a:ext cx="170377" cy="170377"/>
          </a:xfrm>
          <a:prstGeom prst="rect">
            <a:avLst/>
          </a:prstGeom>
        </p:spPr>
      </p:pic>
      <p:pic>
        <p:nvPicPr>
          <p:cNvPr id="38" name="Star 38" descr="icons3/star_gold.png"/>
          <p:cNvPicPr>
            <a:picLocks noChangeAspect="1"/>
          </p:cNvPicPr>
          <p:nvPr/>
        </p:nvPicPr>
        <p:blipFill>
          <a:blip r:embed="rId10">
            <a:alphaModFix amt="50688"/>
          </a:blip>
          <a:stretch>
            <a:fillRect/>
          </a:stretch>
        </p:blipFill>
        <p:spPr>
          <a:xfrm rot="790469">
            <a:off x="7422368" y="89719"/>
            <a:ext cx="197260" cy="197260"/>
          </a:xfrm>
          <a:prstGeom prst="rect">
            <a:avLst/>
          </a:prstGeom>
        </p:spPr>
      </p:pic>
      <p:pic>
        <p:nvPicPr>
          <p:cNvPr id="39" name="Star 39" descr="icons3/star_gold.png"/>
          <p:cNvPicPr>
            <a:picLocks noChangeAspect="1"/>
          </p:cNvPicPr>
          <p:nvPr/>
        </p:nvPicPr>
        <p:blipFill>
          <a:blip r:embed="rId11">
            <a:alphaModFix amt="68923"/>
          </a:blip>
          <a:stretch>
            <a:fillRect/>
          </a:stretch>
        </p:blipFill>
        <p:spPr>
          <a:xfrm rot="-480742">
            <a:off x="6665349" y="6195193"/>
            <a:ext cx="154589" cy="1545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68"/>
                            </p:stCondLst>
                            <p:childTnLst>
                              <p:par>
                                <p:cTn id="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6178" repeatCount="indefinite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60 0.0410E" pathEditMode="relative" rAng="0" ptsTypes="">
                                      <p:cBhvr>
                                        <p:cTn id="8" dur="6178" repeatCount="indefinite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96"/>
                            </p:stCondLst>
                            <p:childTnLst>
                              <p:par>
                                <p:cTn id="1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7696" repeatCount="indefinite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20 0.0400E" pathEditMode="relative" rAng="0" ptsTypes="">
                                      <p:cBhvr>
                                        <p:cTn id="13" dur="7696" repeatCount="indefinite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36"/>
                            </p:stCondLst>
                            <p:childTnLst>
                              <p:par>
                                <p:cTn id="1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4628" repeatCount="indefinite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90 0.0570E" pathEditMode="relative" rAng="0" ptsTypes="">
                                      <p:cBhvr>
                                        <p:cTn id="18" dur="4628" repeatCount="indefinite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6"/>
                            </p:stCondLst>
                            <p:childTnLst>
                              <p:par>
                                <p:cTn id="2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8111" repeatCount="indefinite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200 0.0560E" pathEditMode="relative" rAng="0" ptsTypes="">
                                      <p:cBhvr>
                                        <p:cTn id="23" dur="8111" repeatCount="indefinite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63"/>
                            </p:stCondLst>
                            <p:childTnLst>
                              <p:par>
                                <p:cTn id="2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8493" repeatCount="indefinite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30 0.0930E" pathEditMode="relative" rAng="0" ptsTypes="">
                                      <p:cBhvr>
                                        <p:cTn id="28" dur="8493" repeatCount="indefinite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1"/>
                            </p:stCondLst>
                            <p:childTnLst>
                              <p:par>
                                <p:cTn id="3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8013" repeatCount="indefinite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40 0.0860E" pathEditMode="relative" rAng="0" ptsTypes="">
                                      <p:cBhvr>
                                        <p:cTn id="33" dur="8013" repeatCount="indefinite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Screenshots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console output from the running application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57600" cy="1874520"/>
          </a:xfrm>
          <a:prstGeom prst="roundRect">
            <a:avLst>
              <a:gd name="adj" fmla="val 2927"/>
            </a:avLst>
          </a:prstGeom>
          <a:solidFill>
            <a:srgbClr val="0A0824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2084832"/>
            <a:ext cx="91440" cy="91440"/>
          </a:xfrm>
          <a:prstGeom prst="ellipse">
            <a:avLst/>
          </a:prstGeom>
          <a:solidFill>
            <a:srgbClr val="B9A6F5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2084832"/>
            <a:ext cx="91440" cy="91440"/>
          </a:xfrm>
          <a:prstGeom prst="ellipse">
            <a:avLst/>
          </a:prstGeom>
          <a:solidFill>
            <a:srgbClr val="F0C46D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6F6B99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0208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3232" y="2313432"/>
            <a:ext cx="33284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CLINIC MANAGER =====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Add Patient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Add Doctor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Book Appointment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Create Prescription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965960"/>
            <a:ext cx="3657600" cy="1874520"/>
          </a:xfrm>
          <a:prstGeom prst="roundRect">
            <a:avLst>
              <a:gd name="adj" fmla="val 2927"/>
            </a:avLst>
          </a:prstGeom>
          <a:solidFill>
            <a:srgbClr val="0A0824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9704" y="2084832"/>
            <a:ext cx="91440" cy="91440"/>
          </a:xfrm>
          <a:prstGeom prst="ellipse">
            <a:avLst/>
          </a:prstGeom>
          <a:solidFill>
            <a:srgbClr val="B9A6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654296" y="2084832"/>
            <a:ext cx="91440" cy="91440"/>
          </a:xfrm>
          <a:prstGeom prst="ellipse">
            <a:avLst/>
          </a:prstGeom>
          <a:solidFill>
            <a:srgbClr val="F0C46D"/>
          </a:solidFill>
          <a:ln/>
        </p:spPr>
      </p:sp>
      <p:sp>
        <p:nvSpPr>
          <p:cNvPr id="14" name="Shape 12"/>
          <p:cNvSpPr/>
          <p:nvPr/>
        </p:nvSpPr>
        <p:spPr>
          <a:xfrm>
            <a:off x="4818888" y="2084832"/>
            <a:ext cx="91440" cy="91440"/>
          </a:xfrm>
          <a:prstGeom prst="ellipse">
            <a:avLst/>
          </a:prstGeom>
          <a:solidFill>
            <a:srgbClr val="6F6B99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0208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07992" y="2313432"/>
            <a:ext cx="33284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ID: 103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Name: Kavya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20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added successfully.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38160" y="1965960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0A0824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84464" y="2084832"/>
            <a:ext cx="91440" cy="91440"/>
          </a:xfrm>
          <a:prstGeom prst="ellipse">
            <a:avLst/>
          </a:prstGeom>
          <a:solidFill>
            <a:srgbClr val="B9A6F5"/>
          </a:solidFill>
          <a:ln/>
        </p:spPr>
      </p:sp>
      <p:sp>
        <p:nvSpPr>
          <p:cNvPr id="19" name="Shape 17"/>
          <p:cNvSpPr/>
          <p:nvPr/>
        </p:nvSpPr>
        <p:spPr>
          <a:xfrm>
            <a:off x="8449056" y="2084832"/>
            <a:ext cx="91440" cy="91440"/>
          </a:xfrm>
          <a:prstGeom prst="ellipse">
            <a:avLst/>
          </a:prstGeom>
          <a:solidFill>
            <a:srgbClr val="F0C46D"/>
          </a:solidFill>
          <a:ln/>
        </p:spPr>
      </p:sp>
      <p:sp>
        <p:nvSpPr>
          <p:cNvPr id="20" name="Shape 18"/>
          <p:cNvSpPr/>
          <p:nvPr/>
        </p:nvSpPr>
        <p:spPr>
          <a:xfrm>
            <a:off x="8613648" y="2084832"/>
            <a:ext cx="91440" cy="91440"/>
          </a:xfrm>
          <a:prstGeom prst="ellipse">
            <a:avLst/>
          </a:prstGeom>
          <a:solidFill>
            <a:srgbClr val="6F6B99"/>
          </a:solidFill>
          <a:ln/>
        </p:spPr>
      </p:sp>
      <p:sp>
        <p:nvSpPr>
          <p:cNvPr id="21" name="Text 19"/>
          <p:cNvSpPr/>
          <p:nvPr/>
        </p:nvSpPr>
        <p:spPr>
          <a:xfrm>
            <a:off x="8823960" y="202082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Details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02752" y="2313432"/>
            <a:ext cx="31912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 ID: 203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 Name: Dr. Sameer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Specialization: ENT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 added successfully.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3657600" cy="1965960"/>
          </a:xfrm>
          <a:prstGeom prst="roundRect">
            <a:avLst>
              <a:gd name="adj" fmla="val 2791"/>
            </a:avLst>
          </a:prstGeom>
          <a:solidFill>
            <a:srgbClr val="0A0824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" y="4142232"/>
            <a:ext cx="91440" cy="91440"/>
          </a:xfrm>
          <a:prstGeom prst="ellipse">
            <a:avLst/>
          </a:prstGeom>
          <a:solidFill>
            <a:srgbClr val="B9A6F5"/>
          </a:solidFill>
          <a:ln/>
        </p:spPr>
      </p:sp>
      <p:sp>
        <p:nvSpPr>
          <p:cNvPr id="25" name="Shape 23"/>
          <p:cNvSpPr/>
          <p:nvPr/>
        </p:nvSpPr>
        <p:spPr>
          <a:xfrm>
            <a:off x="859536" y="4142232"/>
            <a:ext cx="91440" cy="91440"/>
          </a:xfrm>
          <a:prstGeom prst="ellipse">
            <a:avLst/>
          </a:prstGeom>
          <a:solidFill>
            <a:srgbClr val="F0C46D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4128" y="4142232"/>
            <a:ext cx="91440" cy="91440"/>
          </a:xfrm>
          <a:prstGeom prst="ellipse">
            <a:avLst/>
          </a:prstGeom>
          <a:solidFill>
            <a:srgbClr val="6F6B99"/>
          </a:solidFill>
          <a:ln/>
        </p:spPr>
      </p:sp>
      <p:sp>
        <p:nvSpPr>
          <p:cNvPr id="27" name="Text 25"/>
          <p:cNvSpPr/>
          <p:nvPr/>
        </p:nvSpPr>
        <p:spPr>
          <a:xfrm>
            <a:off x="1234440" y="40782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3232" y="4370832"/>
            <a:ext cx="33284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 ID: 301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ID: 101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 ID: 201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Date: 12-10-2026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Time: 10:30 AM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 booked!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43400" y="4023360"/>
            <a:ext cx="3657600" cy="1965960"/>
          </a:xfrm>
          <a:prstGeom prst="roundRect">
            <a:avLst>
              <a:gd name="adj" fmla="val 2791"/>
            </a:avLst>
          </a:prstGeom>
          <a:solidFill>
            <a:srgbClr val="0A0824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9704" y="4142232"/>
            <a:ext cx="91440" cy="91440"/>
          </a:xfrm>
          <a:prstGeom prst="ellipse">
            <a:avLst/>
          </a:prstGeom>
          <a:solidFill>
            <a:srgbClr val="B9A6F5"/>
          </a:solidFill>
          <a:ln/>
        </p:spPr>
      </p:sp>
      <p:sp>
        <p:nvSpPr>
          <p:cNvPr id="31" name="Shape 29"/>
          <p:cNvSpPr/>
          <p:nvPr/>
        </p:nvSpPr>
        <p:spPr>
          <a:xfrm>
            <a:off x="4654296" y="4142232"/>
            <a:ext cx="91440" cy="91440"/>
          </a:xfrm>
          <a:prstGeom prst="ellipse">
            <a:avLst/>
          </a:prstGeom>
          <a:solidFill>
            <a:srgbClr val="F0C46D"/>
          </a:solidFill>
          <a:ln/>
        </p:spPr>
      </p:sp>
      <p:sp>
        <p:nvSpPr>
          <p:cNvPr id="32" name="Shape 30"/>
          <p:cNvSpPr/>
          <p:nvPr/>
        </p:nvSpPr>
        <p:spPr>
          <a:xfrm>
            <a:off x="4818888" y="4142232"/>
            <a:ext cx="91440" cy="91440"/>
          </a:xfrm>
          <a:prstGeom prst="ellipse">
            <a:avLst/>
          </a:prstGeom>
          <a:solidFill>
            <a:srgbClr val="6F6B99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40782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Creation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07992" y="4370832"/>
            <a:ext cx="33284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Prescription ID: 401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ID: 101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Medicines: Paracetamol,ORS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Dosage: Twice daily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Prescription created!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138160" y="402336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0A0824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84464" y="4142232"/>
            <a:ext cx="91440" cy="91440"/>
          </a:xfrm>
          <a:prstGeom prst="ellipse">
            <a:avLst/>
          </a:prstGeom>
          <a:solidFill>
            <a:srgbClr val="B9A6F5"/>
          </a:solidFill>
          <a:ln/>
        </p:spPr>
      </p:sp>
      <p:sp>
        <p:nvSpPr>
          <p:cNvPr id="37" name="Shape 35"/>
          <p:cNvSpPr/>
          <p:nvPr/>
        </p:nvSpPr>
        <p:spPr>
          <a:xfrm>
            <a:off x="8449056" y="4142232"/>
            <a:ext cx="91440" cy="91440"/>
          </a:xfrm>
          <a:prstGeom prst="ellipse">
            <a:avLst/>
          </a:prstGeom>
          <a:solidFill>
            <a:srgbClr val="F0C46D"/>
          </a:solidFill>
          <a:ln/>
        </p:spPr>
      </p:sp>
      <p:sp>
        <p:nvSpPr>
          <p:cNvPr id="38" name="Shape 36"/>
          <p:cNvSpPr/>
          <p:nvPr/>
        </p:nvSpPr>
        <p:spPr>
          <a:xfrm>
            <a:off x="8613648" y="4142232"/>
            <a:ext cx="91440" cy="91440"/>
          </a:xfrm>
          <a:prstGeom prst="ellipse">
            <a:avLst/>
          </a:prstGeom>
          <a:solidFill>
            <a:srgbClr val="6F6B99"/>
          </a:solidFill>
          <a:ln/>
        </p:spPr>
      </p:sp>
      <p:sp>
        <p:nvSpPr>
          <p:cNvPr id="39" name="Text 37"/>
          <p:cNvSpPr/>
          <p:nvPr/>
        </p:nvSpPr>
        <p:spPr>
          <a:xfrm>
            <a:off x="8823960" y="407822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Display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302752" y="4370832"/>
            <a:ext cx="31912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patient ID: 101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found: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101 | Name: Rahul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Age: 21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&amp; Prescription Manager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0023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pic>
        <p:nvPicPr>
          <p:cNvPr id="43" name="Star 43" descr="icons3/star_gold.png"/>
          <p:cNvPicPr>
            <a:picLocks noChangeAspect="1"/>
          </p:cNvPicPr>
          <p:nvPr/>
        </p:nvPicPr>
        <p:blipFill>
          <a:blip r:embed="rId3">
            <a:alphaModFix amt="53311"/>
          </a:blip>
          <a:stretch>
            <a:fillRect/>
          </a:stretch>
        </p:blipFill>
        <p:spPr>
          <a:xfrm rot="-841412">
            <a:off x="5048224" y="85381"/>
            <a:ext cx="151897" cy="151897"/>
          </a:xfrm>
          <a:prstGeom prst="rect">
            <a:avLst/>
          </a:prstGeom>
        </p:spPr>
      </p:pic>
      <p:pic>
        <p:nvPicPr>
          <p:cNvPr id="44" name="Star 44" descr="icons3/star_gold.png"/>
          <p:cNvPicPr>
            <a:picLocks noChangeAspect="1"/>
          </p:cNvPicPr>
          <p:nvPr/>
        </p:nvPicPr>
        <p:blipFill>
          <a:blip r:embed="rId4">
            <a:alphaModFix amt="57562"/>
          </a:blip>
          <a:stretch>
            <a:fillRect/>
          </a:stretch>
        </p:blipFill>
        <p:spPr>
          <a:xfrm rot="552323">
            <a:off x="6563966" y="6371174"/>
            <a:ext cx="148619" cy="148619"/>
          </a:xfrm>
          <a:prstGeom prst="rect">
            <a:avLst/>
          </a:prstGeom>
        </p:spPr>
      </p:pic>
      <p:pic>
        <p:nvPicPr>
          <p:cNvPr id="45" name="Star 45" descr="icons3/star_gold.png"/>
          <p:cNvPicPr>
            <a:picLocks noChangeAspect="1"/>
          </p:cNvPicPr>
          <p:nvPr/>
        </p:nvPicPr>
        <p:blipFill>
          <a:blip r:embed="rId3">
            <a:alphaModFix amt="49448"/>
          </a:blip>
          <a:stretch>
            <a:fillRect/>
          </a:stretch>
        </p:blipFill>
        <p:spPr>
          <a:xfrm rot="-731100">
            <a:off x="129466" y="4643316"/>
            <a:ext cx="103389" cy="103389"/>
          </a:xfrm>
          <a:prstGeom prst="rect">
            <a:avLst/>
          </a:prstGeom>
        </p:spPr>
      </p:pic>
      <p:pic>
        <p:nvPicPr>
          <p:cNvPr id="46" name="Star 46" descr="icons3/star_gold.png"/>
          <p:cNvPicPr>
            <a:picLocks noChangeAspect="1"/>
          </p:cNvPicPr>
          <p:nvPr/>
        </p:nvPicPr>
        <p:blipFill>
          <a:blip r:embed="rId4">
            <a:alphaModFix amt="57133"/>
          </a:blip>
          <a:stretch>
            <a:fillRect/>
          </a:stretch>
        </p:blipFill>
        <p:spPr>
          <a:xfrm rot="-487478">
            <a:off x="11926524" y="5935048"/>
            <a:ext cx="116787" cy="116787"/>
          </a:xfrm>
          <a:prstGeom prst="rect">
            <a:avLst/>
          </a:prstGeom>
        </p:spPr>
      </p:pic>
      <p:pic>
        <p:nvPicPr>
          <p:cNvPr id="47" name="Star 47" descr="icons3/star_gold.png"/>
          <p:cNvPicPr>
            <a:picLocks noChangeAspect="1"/>
          </p:cNvPicPr>
          <p:nvPr/>
        </p:nvPicPr>
        <p:blipFill>
          <a:blip r:embed="rId3">
            <a:alphaModFix amt="35125"/>
          </a:blip>
          <a:stretch>
            <a:fillRect/>
          </a:stretch>
        </p:blipFill>
        <p:spPr>
          <a:xfrm rot="379812">
            <a:off x="6471478" y="164810"/>
            <a:ext cx="152845" cy="152845"/>
          </a:xfrm>
          <a:prstGeom prst="rect">
            <a:avLst/>
          </a:prstGeom>
        </p:spPr>
      </p:pic>
      <p:pic>
        <p:nvPicPr>
          <p:cNvPr id="48" name="Star 48" descr="icons3/star_gold.png"/>
          <p:cNvPicPr>
            <a:picLocks noChangeAspect="1"/>
          </p:cNvPicPr>
          <p:nvPr/>
        </p:nvPicPr>
        <p:blipFill>
          <a:blip r:embed="rId4">
            <a:alphaModFix amt="40556"/>
          </a:blip>
          <a:stretch>
            <a:fillRect/>
          </a:stretch>
        </p:blipFill>
        <p:spPr>
          <a:xfrm rot="448747">
            <a:off x="2711649" y="6383704"/>
            <a:ext cx="199399" cy="19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91"/>
                            </p:stCondLst>
                            <p:childTnLst>
                              <p:par>
                                <p:cTn id="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7244" repeatCount="indefinite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70 0.0780E" pathEditMode="relative" rAng="0" ptsTypes="">
                                      <p:cBhvr>
                                        <p:cTn id="8" dur="7244" repeatCount="indefinite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4"/>
                            </p:stCondLst>
                            <p:childTnLst>
                              <p:par>
                                <p:cTn id="1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8731" repeatCount="indefinite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90 0.0920E" pathEditMode="relative" rAng="0" ptsTypes="">
                                      <p:cBhvr>
                                        <p:cTn id="13" dur="8731" repeatCount="indefinite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8"/>
                            </p:stCondLst>
                            <p:childTnLst>
                              <p:par>
                                <p:cTn id="1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204" repeatCount="indefinite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00 0.0830E" pathEditMode="relative" rAng="0" ptsTypes="">
                                      <p:cBhvr>
                                        <p:cTn id="18" dur="5204" repeatCount="indefinite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78"/>
                            </p:stCondLst>
                            <p:childTnLst>
                              <p:par>
                                <p:cTn id="2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6877" repeatCount="indefinite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200 0.0880E" pathEditMode="relative" rAng="0" ptsTypes="">
                                      <p:cBhvr>
                                        <p:cTn id="23" dur="6877" repeatCount="indefinite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70"/>
                            </p:stCondLst>
                            <p:childTnLst>
                              <p:par>
                                <p:cTn id="2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8712" repeatCount="indefinite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200 0.0880E" pathEditMode="relative" rAng="0" ptsTypes="">
                                      <p:cBhvr>
                                        <p:cTn id="28" dur="8712" repeatCount="indefinite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38"/>
                            </p:stCondLst>
                            <p:childTnLst>
                              <p:par>
                                <p:cTn id="3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7622" repeatCount="indefinite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90 0.0890E" pathEditMode="relative" rAng="0" ptsTypes="">
                                      <p:cBhvr>
                                        <p:cTn id="33" dur="7622" repeatCount="indefinite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7040880" cy="3931920"/>
          </a:xfrm>
          <a:prstGeom prst="roundRect">
            <a:avLst>
              <a:gd name="adj" fmla="val 1860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67712"/>
            <a:ext cx="6400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 Appointment and Prescription Manager offers a </a:t>
            </a:r>
            <a:r>
              <a:rPr lang="en-US" sz="1450" b="1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practical solution</a:t>
            </a:r>
            <a:r>
              <a:rPr lang="en-US" sz="14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managing clinic appointments and prescriptions without relying on paper records.
It successfully demonstrates core Java programming concepts from Modules 1 to 6 — </a:t>
            </a:r>
            <a:r>
              <a:rPr lang="en-US" sz="1450" b="1" dirty="0">
                <a:solidFill>
                  <a:srgbClr val="F0C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control flow, methods, OOP, strings and collections</a:t>
            </a:r>
            <a:r>
              <a:rPr lang="en-US" sz="14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applied to a real-world scenario.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it an ideal project for a B.Tech 1st-year academic submission and viva.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092440" y="2240280"/>
            <a:ext cx="914400" cy="91440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7" name="Image 0" descr="icons3/checkCircle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2478024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326880" y="2240280"/>
            <a:ext cx="914400" cy="91440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9" name="Image 1" descr="icons3/hospital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2478024"/>
            <a:ext cx="438912" cy="43891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092440" y="3474720"/>
            <a:ext cx="914400" cy="91440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1" name="Image 2" descr="icons3/code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184" y="3712464"/>
            <a:ext cx="438912" cy="43891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326880" y="3474720"/>
            <a:ext cx="914400" cy="91440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3" name="Image 3" descr="icons3/clipboard_vio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4624" y="3712464"/>
            <a:ext cx="438912" cy="4389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863840" y="47091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 +  Academic  +  Java Fundamentals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&amp; Prescription Manager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00023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pic>
        <p:nvPicPr>
          <p:cNvPr id="17" name="Star 17" descr="icons3/star_gold.png"/>
          <p:cNvPicPr>
            <a:picLocks noChangeAspect="1"/>
          </p:cNvPicPr>
          <p:nvPr/>
        </p:nvPicPr>
        <p:blipFill>
          <a:blip r:embed="rId7">
            <a:alphaModFix amt="48062"/>
          </a:blip>
          <a:stretch>
            <a:fillRect/>
          </a:stretch>
        </p:blipFill>
        <p:spPr>
          <a:xfrm rot="740608">
            <a:off x="3695097" y="116875"/>
            <a:ext cx="152656" cy="152656"/>
          </a:xfrm>
          <a:prstGeom prst="rect">
            <a:avLst/>
          </a:prstGeom>
        </p:spPr>
      </p:pic>
      <p:pic>
        <p:nvPicPr>
          <p:cNvPr id="18" name="Star 18" descr="icons3/star_gold.png"/>
          <p:cNvPicPr>
            <a:picLocks noChangeAspect="1"/>
          </p:cNvPicPr>
          <p:nvPr/>
        </p:nvPicPr>
        <p:blipFill>
          <a:blip r:embed="rId8">
            <a:alphaModFix amt="56791"/>
          </a:blip>
          <a:stretch>
            <a:fillRect/>
          </a:stretch>
        </p:blipFill>
        <p:spPr>
          <a:xfrm rot="754936">
            <a:off x="7341067" y="6422829"/>
            <a:ext cx="101370" cy="101370"/>
          </a:xfrm>
          <a:prstGeom prst="rect">
            <a:avLst/>
          </a:prstGeom>
        </p:spPr>
      </p:pic>
      <p:pic>
        <p:nvPicPr>
          <p:cNvPr id="19" name="Star 19" descr="icons3/star_gold.png"/>
          <p:cNvPicPr>
            <a:picLocks noChangeAspect="1"/>
          </p:cNvPicPr>
          <p:nvPr/>
        </p:nvPicPr>
        <p:blipFill>
          <a:blip r:embed="rId7">
            <a:alphaModFix amt="40565"/>
          </a:blip>
          <a:stretch>
            <a:fillRect/>
          </a:stretch>
        </p:blipFill>
        <p:spPr>
          <a:xfrm rot="-58231">
            <a:off x="111643" y="2126094"/>
            <a:ext cx="185000" cy="185000"/>
          </a:xfrm>
          <a:prstGeom prst="rect">
            <a:avLst/>
          </a:prstGeom>
        </p:spPr>
      </p:pic>
      <p:pic>
        <p:nvPicPr>
          <p:cNvPr id="20" name="Star 20" descr="icons3/star_gold.png"/>
          <p:cNvPicPr>
            <a:picLocks noChangeAspect="1"/>
          </p:cNvPicPr>
          <p:nvPr/>
        </p:nvPicPr>
        <p:blipFill>
          <a:blip r:embed="rId8">
            <a:alphaModFix amt="36805"/>
          </a:blip>
          <a:stretch>
            <a:fillRect/>
          </a:stretch>
        </p:blipFill>
        <p:spPr>
          <a:xfrm rot="-633582">
            <a:off x="11954877" y="4603671"/>
            <a:ext cx="109811" cy="109811"/>
          </a:xfrm>
          <a:prstGeom prst="rect">
            <a:avLst/>
          </a:prstGeom>
        </p:spPr>
      </p:pic>
      <p:pic>
        <p:nvPicPr>
          <p:cNvPr id="21" name="Star 21" descr="icons3/star_gold.png"/>
          <p:cNvPicPr>
            <a:picLocks noChangeAspect="1"/>
          </p:cNvPicPr>
          <p:nvPr/>
        </p:nvPicPr>
        <p:blipFill>
          <a:blip r:embed="rId7">
            <a:alphaModFix amt="44579"/>
          </a:blip>
          <a:stretch>
            <a:fillRect/>
          </a:stretch>
        </p:blipFill>
        <p:spPr>
          <a:xfrm rot="791357">
            <a:off x="10697043" y="122174"/>
            <a:ext cx="170160" cy="170160"/>
          </a:xfrm>
          <a:prstGeom prst="rect">
            <a:avLst/>
          </a:prstGeom>
        </p:spPr>
      </p:pic>
      <p:pic>
        <p:nvPicPr>
          <p:cNvPr id="22" name="Star 22" descr="icons3/star_gold.png"/>
          <p:cNvPicPr>
            <a:picLocks noChangeAspect="1"/>
          </p:cNvPicPr>
          <p:nvPr/>
        </p:nvPicPr>
        <p:blipFill>
          <a:blip r:embed="rId8">
            <a:alphaModFix amt="57964"/>
          </a:blip>
          <a:stretch>
            <a:fillRect/>
          </a:stretch>
        </p:blipFill>
        <p:spPr>
          <a:xfrm rot="478391">
            <a:off x="9904988" y="6467459"/>
            <a:ext cx="110435" cy="1104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89"/>
                            </p:stCondLst>
                            <p:childTnLst>
                              <p:par>
                                <p:cTn id="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8962" repeatCount="indefinite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10 0.0680E" pathEditMode="relative" rAng="0" ptsTypes="">
                                      <p:cBhvr>
                                        <p:cTn id="8" dur="8962" repeatCount="indefinite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11"/>
                            </p:stCondLst>
                            <p:childTnLst>
                              <p:par>
                                <p:cTn id="1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7867" repeatCount="indefinite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60 0.0690E" pathEditMode="relative" rAng="0" ptsTypes="">
                                      <p:cBhvr>
                                        <p:cTn id="13" dur="7867" repeatCount="indefinite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39"/>
                            </p:stCondLst>
                            <p:childTnLst>
                              <p:par>
                                <p:cTn id="1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7588" repeatCount="indefinite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200 0.0360E" pathEditMode="relative" rAng="0" ptsTypes="">
                                      <p:cBhvr>
                                        <p:cTn id="18" dur="7588" repeatCount="indefinite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6"/>
                            </p:stCondLst>
                            <p:childTnLst>
                              <p:par>
                                <p:cTn id="2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7781" repeatCount="indefinite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60 0.0690E" pathEditMode="relative" rAng="0" ptsTypes="">
                                      <p:cBhvr>
                                        <p:cTn id="23" dur="7781" repeatCount="indefinite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90"/>
                            </p:stCondLst>
                            <p:childTnLst>
                              <p:par>
                                <p:cTn id="2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866" repeatCount="indefinite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200 0.0390E" pathEditMode="relative" rAng="0" ptsTypes="">
                                      <p:cBhvr>
                                        <p:cTn id="28" dur="5866" repeatCount="indefinite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47"/>
                            </p:stCondLst>
                            <p:childTnLst>
                              <p:par>
                                <p:cTn id="3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7810" repeatCount="indefinite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00 0.0520E" pathEditMode="relative" rAng="0" ptsTypes="">
                                      <p:cBhvr>
                                        <p:cTn id="33" dur="7810" repeatCount="indefinite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improvements beyond the current console version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2476" y="2331720"/>
            <a:ext cx="658368" cy="658368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7" name="Image 0" descr="icons3/mobile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652" y="2502896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154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using JavaFX / Swing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55848" y="20574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29684" y="2331720"/>
            <a:ext cx="658368" cy="658368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1" name="Image 1" descr="icons3/databas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860" y="250289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3154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63056" y="20574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36892" y="2331720"/>
            <a:ext cx="658368" cy="658368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5" name="Image 2" descr="icons3/cloud_vio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8068" y="2502896"/>
            <a:ext cx="316017" cy="31601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0216" y="3154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appointment booking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970264" y="20574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944100" y="2331720"/>
            <a:ext cx="658368" cy="658368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19" name="Image 3" descr="icons3/lock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5276" y="2502896"/>
            <a:ext cx="316017" cy="31601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07424" y="3154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authentication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42062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522476" y="4480560"/>
            <a:ext cx="658368" cy="658368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23" name="Image 4" descr="icons3/calendar_vio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3652" y="4651736"/>
            <a:ext cx="316017" cy="31601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5800" y="5303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availability system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3355848" y="42062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329684" y="4480560"/>
            <a:ext cx="658368" cy="658368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27" name="Image 5" descr="icons3/bell_go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0860" y="4651736"/>
            <a:ext cx="316017" cy="31601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493008" y="5303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email notifications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6163056" y="42062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7136892" y="4480560"/>
            <a:ext cx="658368" cy="658368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31" name="Image 6" descr="icons3/pdf_viol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8068" y="4651736"/>
            <a:ext cx="316017" cy="316017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300216" y="5303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prescription generation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8970264" y="42062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C1747"/>
          </a:solidFill>
          <a:ln w="12700">
            <a:solidFill>
              <a:srgbClr val="342A6B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9944100" y="4480560"/>
            <a:ext cx="658368" cy="658368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35" name="Image 7" descr="icons3/cloud_go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15276" y="4651736"/>
            <a:ext cx="316017" cy="316017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107424" y="5303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records</a:t>
            </a:r>
            <a:endParaRPr lang="en-US" sz="1150" dirty="0"/>
          </a:p>
        </p:txBody>
      </p:sp>
      <p:sp>
        <p:nvSpPr>
          <p:cNvPr id="37" name="Text 2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&amp; Prescription Manager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00023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pic>
        <p:nvPicPr>
          <p:cNvPr id="39" name="Star 39" descr="icons3/star_gold.png"/>
          <p:cNvPicPr>
            <a:picLocks noChangeAspect="1"/>
          </p:cNvPicPr>
          <p:nvPr/>
        </p:nvPicPr>
        <p:blipFill>
          <a:blip r:embed="rId11">
            <a:alphaModFix amt="36402"/>
          </a:blip>
          <a:stretch>
            <a:fillRect/>
          </a:stretch>
        </p:blipFill>
        <p:spPr>
          <a:xfrm rot="-625307">
            <a:off x="2424228" y="198040"/>
            <a:ext cx="91866" cy="91866"/>
          </a:xfrm>
          <a:prstGeom prst="rect">
            <a:avLst/>
          </a:prstGeom>
        </p:spPr>
      </p:pic>
      <p:pic>
        <p:nvPicPr>
          <p:cNvPr id="40" name="Star 40" descr="icons3/star_gold.png"/>
          <p:cNvPicPr>
            <a:picLocks noChangeAspect="1"/>
          </p:cNvPicPr>
          <p:nvPr/>
        </p:nvPicPr>
        <p:blipFill>
          <a:blip r:embed="rId12">
            <a:alphaModFix amt="44125"/>
          </a:blip>
          <a:stretch>
            <a:fillRect/>
          </a:stretch>
        </p:blipFill>
        <p:spPr>
          <a:xfrm rot="671807">
            <a:off x="3968292" y="6290646"/>
            <a:ext cx="146860" cy="146860"/>
          </a:xfrm>
          <a:prstGeom prst="rect">
            <a:avLst/>
          </a:prstGeom>
        </p:spPr>
      </p:pic>
      <p:pic>
        <p:nvPicPr>
          <p:cNvPr id="41" name="Star 41" descr="icons3/star_gold.png"/>
          <p:cNvPicPr>
            <a:picLocks noChangeAspect="1"/>
          </p:cNvPicPr>
          <p:nvPr/>
        </p:nvPicPr>
        <p:blipFill>
          <a:blip r:embed="rId11">
            <a:alphaModFix amt="51504"/>
          </a:blip>
          <a:stretch>
            <a:fillRect/>
          </a:stretch>
        </p:blipFill>
        <p:spPr>
          <a:xfrm rot="-841293">
            <a:off x="146799" y="4904050"/>
            <a:ext cx="117889" cy="117889"/>
          </a:xfrm>
          <a:prstGeom prst="rect">
            <a:avLst/>
          </a:prstGeom>
        </p:spPr>
      </p:pic>
      <p:pic>
        <p:nvPicPr>
          <p:cNvPr id="42" name="Star 42" descr="icons3/star_gold.png"/>
          <p:cNvPicPr>
            <a:picLocks noChangeAspect="1"/>
          </p:cNvPicPr>
          <p:nvPr/>
        </p:nvPicPr>
        <p:blipFill>
          <a:blip r:embed="rId12">
            <a:alphaModFix amt="56364"/>
          </a:blip>
          <a:stretch>
            <a:fillRect/>
          </a:stretch>
        </p:blipFill>
        <p:spPr>
          <a:xfrm rot="-395553">
            <a:off x="11942698" y="4214932"/>
            <a:ext cx="123995" cy="123995"/>
          </a:xfrm>
          <a:prstGeom prst="rect">
            <a:avLst/>
          </a:prstGeom>
        </p:spPr>
      </p:pic>
      <p:pic>
        <p:nvPicPr>
          <p:cNvPr id="43" name="Star 43" descr="icons3/star_gold.png"/>
          <p:cNvPicPr>
            <a:picLocks noChangeAspect="1"/>
          </p:cNvPicPr>
          <p:nvPr/>
        </p:nvPicPr>
        <p:blipFill>
          <a:blip r:embed="rId11">
            <a:alphaModFix amt="43590"/>
          </a:blip>
          <a:stretch>
            <a:fillRect/>
          </a:stretch>
        </p:blipFill>
        <p:spPr>
          <a:xfrm rot="849433">
            <a:off x="6635510" y="180104"/>
            <a:ext cx="97982" cy="97982"/>
          </a:xfrm>
          <a:prstGeom prst="rect">
            <a:avLst/>
          </a:prstGeom>
        </p:spPr>
      </p:pic>
      <p:pic>
        <p:nvPicPr>
          <p:cNvPr id="44" name="Star 44" descr="icons3/star_gold.png"/>
          <p:cNvPicPr>
            <a:picLocks noChangeAspect="1"/>
          </p:cNvPicPr>
          <p:nvPr/>
        </p:nvPicPr>
        <p:blipFill>
          <a:blip r:embed="rId12">
            <a:alphaModFix amt="68866"/>
          </a:blip>
          <a:stretch>
            <a:fillRect/>
          </a:stretch>
        </p:blipFill>
        <p:spPr>
          <a:xfrm rot="489310">
            <a:off x="9116272" y="6248557"/>
            <a:ext cx="145132" cy="1451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9"/>
                            </p:stCondLst>
                            <p:childTnLst>
                              <p:par>
                                <p:cTn id="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540" repeatCount="indefinite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60 0.0560E" pathEditMode="relative" rAng="0" ptsTypes="">
                                      <p:cBhvr>
                                        <p:cTn id="8" dur="5540" repeatCount="indefinite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75"/>
                            </p:stCondLst>
                            <p:childTnLst>
                              <p:par>
                                <p:cTn id="1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7098" repeatCount="indefinite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90 0.0410E" pathEditMode="relative" rAng="0" ptsTypes="">
                                      <p:cBhvr>
                                        <p:cTn id="13" dur="7098" repeatCount="indefinite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65"/>
                            </p:stCondLst>
                            <p:childTnLst>
                              <p:par>
                                <p:cTn id="1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4740" repeatCount="indefinite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10 0.0940E" pathEditMode="relative" rAng="0" ptsTypes="">
                                      <p:cBhvr>
                                        <p:cTn id="18" dur="4740" repeatCount="indefinite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37"/>
                            </p:stCondLst>
                            <p:childTnLst>
                              <p:par>
                                <p:cTn id="2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4686" repeatCount="indefinite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90 0.0370E" pathEditMode="relative" rAng="0" ptsTypes="">
                                      <p:cBhvr>
                                        <p:cTn id="23" dur="4686" repeatCount="indefinite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65"/>
                            </p:stCondLst>
                            <p:childTnLst>
                              <p:par>
                                <p:cTn id="2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4596" repeatCount="indefinite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20 0.0780E" pathEditMode="relative" rAng="0" ptsTypes="">
                                      <p:cBhvr>
                                        <p:cTn id="28" dur="4596" repeatCount="indefinite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81"/>
                            </p:stCondLst>
                            <p:childTnLst>
                              <p:par>
                                <p:cTn id="3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7411" repeatCount="indefinite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80 0.0500E" pathEditMode="relative" rAng="0" ptsTypes="">
                                      <p:cBhvr>
                                        <p:cTn id="33" dur="7411" repeatCount="indefinite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3/star_gol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-1080000">
            <a:off x="9189490" y="2767263"/>
            <a:ext cx="239665" cy="239665"/>
          </a:xfrm>
          <a:prstGeom prst="rect">
            <a:avLst/>
          </a:prstGeom>
        </p:spPr>
      </p:pic>
      <p:pic>
        <p:nvPicPr>
          <p:cNvPr id="3" name="Image 1" descr="icons3/star_cream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 rot="-540000">
            <a:off x="11315363" y="5168595"/>
            <a:ext cx="264870" cy="264870"/>
          </a:xfrm>
          <a:prstGeom prst="rect">
            <a:avLst/>
          </a:prstGeom>
        </p:spPr>
      </p:pic>
      <p:pic>
        <p:nvPicPr>
          <p:cNvPr id="4" name="Image 2" descr="icons3/star_gol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-300000">
            <a:off x="4461328" y="5865047"/>
            <a:ext cx="238569" cy="238569"/>
          </a:xfrm>
          <a:prstGeom prst="rect">
            <a:avLst/>
          </a:prstGeom>
        </p:spPr>
      </p:pic>
      <p:pic>
        <p:nvPicPr>
          <p:cNvPr id="5" name="Image 3" descr="icons3/star_gold.png"/>
          <p:cNvPicPr>
            <a:picLocks noChangeAspect="1"/>
          </p:cNvPicPr>
          <p:nvPr/>
        </p:nvPicPr>
        <p:blipFill>
          <a:blip r:embed="rId3">
            <a:alphaModFix amt="47000"/>
          </a:blip>
          <a:stretch>
            <a:fillRect/>
          </a:stretch>
        </p:blipFill>
        <p:spPr>
          <a:xfrm rot="120000">
            <a:off x="4428131" y="5117109"/>
            <a:ext cx="71694" cy="71694"/>
          </a:xfrm>
          <a:prstGeom prst="rect">
            <a:avLst/>
          </a:prstGeom>
        </p:spPr>
      </p:pic>
      <p:pic>
        <p:nvPicPr>
          <p:cNvPr id="6" name="Image 4" descr="icons3/star_gold.png"/>
          <p:cNvPicPr>
            <a:picLocks noChangeAspect="1"/>
          </p:cNvPicPr>
          <p:nvPr/>
        </p:nvPicPr>
        <p:blipFill>
          <a:blip r:embed="rId3">
            <a:alphaModFix amt="46000"/>
          </a:blip>
          <a:stretch>
            <a:fillRect/>
          </a:stretch>
        </p:blipFill>
        <p:spPr>
          <a:xfrm rot="-660000">
            <a:off x="6038007" y="1532685"/>
            <a:ext cx="163173" cy="163173"/>
          </a:xfrm>
          <a:prstGeom prst="rect">
            <a:avLst/>
          </a:prstGeom>
        </p:spPr>
      </p:pic>
      <p:pic>
        <p:nvPicPr>
          <p:cNvPr id="7" name="Image 5" descr="icons3/star_gold.png"/>
          <p:cNvPicPr>
            <a:picLocks noChangeAspect="1"/>
          </p:cNvPicPr>
          <p:nvPr/>
        </p:nvPicPr>
        <p:blipFill>
          <a:blip r:embed="rId3">
            <a:alphaModFix amt="46000"/>
          </a:blip>
          <a:stretch>
            <a:fillRect/>
          </a:stretch>
        </p:blipFill>
        <p:spPr>
          <a:xfrm rot="-300000">
            <a:off x="2737670" y="6142543"/>
            <a:ext cx="79373" cy="79373"/>
          </a:xfrm>
          <a:prstGeom prst="rect">
            <a:avLst/>
          </a:prstGeom>
        </p:spPr>
      </p:pic>
      <p:pic>
        <p:nvPicPr>
          <p:cNvPr id="8" name="Image 6" descr="icons3/star_gol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 rot="840000">
            <a:off x="9837363" y="593247"/>
            <a:ext cx="67709" cy="67709"/>
          </a:xfrm>
          <a:prstGeom prst="rect">
            <a:avLst/>
          </a:prstGeom>
        </p:spPr>
      </p:pic>
      <p:pic>
        <p:nvPicPr>
          <p:cNvPr id="9" name="Image 7" descr="icons3/star_cream.png"/>
          <p:cNvPicPr>
            <a:picLocks noChangeAspect="1"/>
          </p:cNvPicPr>
          <p:nvPr/>
        </p:nvPicPr>
        <p:blipFill>
          <a:blip r:embed="rId4">
            <a:alphaModFix amt="51000"/>
          </a:blip>
          <a:stretch>
            <a:fillRect/>
          </a:stretch>
        </p:blipFill>
        <p:spPr>
          <a:xfrm rot="1140000">
            <a:off x="7631766" y="6525598"/>
            <a:ext cx="55029" cy="55029"/>
          </a:xfrm>
          <a:prstGeom prst="rect">
            <a:avLst/>
          </a:prstGeom>
        </p:spPr>
      </p:pic>
      <p:pic>
        <p:nvPicPr>
          <p:cNvPr id="10" name="Image 8" descr="icons3/star_cream.png"/>
          <p:cNvPicPr>
            <a:picLocks noChangeAspect="1"/>
          </p:cNvPicPr>
          <p:nvPr/>
        </p:nvPicPr>
        <p:blipFill>
          <a:blip r:embed="rId4">
            <a:alphaModFix amt="47000"/>
          </a:blip>
          <a:stretch>
            <a:fillRect/>
          </a:stretch>
        </p:blipFill>
        <p:spPr>
          <a:xfrm rot="-960000">
            <a:off x="11885135" y="134716"/>
            <a:ext cx="77908" cy="77908"/>
          </a:xfrm>
          <a:prstGeom prst="rect">
            <a:avLst/>
          </a:prstGeom>
        </p:spPr>
      </p:pic>
      <p:pic>
        <p:nvPicPr>
          <p:cNvPr id="11" name="Image 9" descr="icons3/star_cream.png"/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 rot="60000">
            <a:off x="2892150" y="3061400"/>
            <a:ext cx="63196" cy="63196"/>
          </a:xfrm>
          <a:prstGeom prst="rect">
            <a:avLst/>
          </a:prstGeom>
        </p:spPr>
      </p:pic>
      <p:pic>
        <p:nvPicPr>
          <p:cNvPr id="12" name="Image 10" descr="icons3/star_gold.png"/>
          <p:cNvPicPr>
            <a:picLocks noChangeAspect="1"/>
          </p:cNvPicPr>
          <p:nvPr/>
        </p:nvPicPr>
        <p:blipFill>
          <a:blip r:embed="rId3">
            <a:alphaModFix amt="41000"/>
          </a:blip>
          <a:stretch>
            <a:fillRect/>
          </a:stretch>
        </p:blipFill>
        <p:spPr>
          <a:xfrm rot="-960000">
            <a:off x="3483766" y="5715655"/>
            <a:ext cx="126091" cy="126091"/>
          </a:xfrm>
          <a:prstGeom prst="rect">
            <a:avLst/>
          </a:prstGeom>
        </p:spPr>
      </p:pic>
      <p:pic>
        <p:nvPicPr>
          <p:cNvPr id="13" name="Image 11" descr="icons3/star_gold.png"/>
          <p:cNvPicPr>
            <a:picLocks noChangeAspect="1"/>
          </p:cNvPicPr>
          <p:nvPr/>
        </p:nvPicPr>
        <p:blipFill>
          <a:blip r:embed="rId3">
            <a:alphaModFix amt="52000"/>
          </a:blip>
          <a:stretch>
            <a:fillRect/>
          </a:stretch>
        </p:blipFill>
        <p:spPr>
          <a:xfrm rot="-840000">
            <a:off x="6784863" y="4988534"/>
            <a:ext cx="159267" cy="159267"/>
          </a:xfrm>
          <a:prstGeom prst="rect">
            <a:avLst/>
          </a:prstGeom>
        </p:spPr>
      </p:pic>
      <p:pic>
        <p:nvPicPr>
          <p:cNvPr id="14" name="Image 12" descr="icons3/star_cream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-660000">
            <a:off x="7863486" y="1903885"/>
            <a:ext cx="140491" cy="140491"/>
          </a:xfrm>
          <a:prstGeom prst="rect">
            <a:avLst/>
          </a:prstGeom>
        </p:spPr>
      </p:pic>
      <p:pic>
        <p:nvPicPr>
          <p:cNvPr id="15" name="Image 13" descr="icons3/star_gold.png"/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 rot="-540000">
            <a:off x="3577883" y="5972723"/>
            <a:ext cx="157275" cy="157275"/>
          </a:xfrm>
          <a:prstGeom prst="rect">
            <a:avLst/>
          </a:prstGeom>
        </p:spPr>
      </p:pic>
      <p:pic>
        <p:nvPicPr>
          <p:cNvPr id="16" name="Image 14" descr="icons3/star_cream.png"/>
          <p:cNvPicPr>
            <a:picLocks noChangeAspect="1"/>
          </p:cNvPicPr>
          <p:nvPr/>
        </p:nvPicPr>
        <p:blipFill>
          <a:blip r:embed="rId4">
            <a:alphaModFix amt="51000"/>
          </a:blip>
          <a:stretch>
            <a:fillRect/>
          </a:stretch>
        </p:blipFill>
        <p:spPr>
          <a:xfrm rot="420000">
            <a:off x="9692310" y="6374647"/>
            <a:ext cx="136467" cy="136467"/>
          </a:xfrm>
          <a:prstGeom prst="rect">
            <a:avLst/>
          </a:prstGeom>
        </p:spPr>
      </p:pic>
      <p:pic>
        <p:nvPicPr>
          <p:cNvPr id="17" name="Image 15" descr="icons3/star_cream.png"/>
          <p:cNvPicPr>
            <a:picLocks noChangeAspect="1"/>
          </p:cNvPicPr>
          <p:nvPr/>
        </p:nvPicPr>
        <p:blipFill>
          <a:blip r:embed="rId4">
            <a:alphaModFix amt="44000"/>
          </a:blip>
          <a:stretch>
            <a:fillRect/>
          </a:stretch>
        </p:blipFill>
        <p:spPr>
          <a:xfrm rot="540000">
            <a:off x="6501447" y="5273738"/>
            <a:ext cx="114642" cy="114642"/>
          </a:xfrm>
          <a:prstGeom prst="rect">
            <a:avLst/>
          </a:prstGeom>
        </p:spPr>
      </p:pic>
      <p:pic>
        <p:nvPicPr>
          <p:cNvPr id="18" name="Image 16" descr="icons3/star_cream.png"/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 rot="600000">
            <a:off x="9769550" y="4834076"/>
            <a:ext cx="128378" cy="128378"/>
          </a:xfrm>
          <a:prstGeom prst="rect">
            <a:avLst/>
          </a:prstGeom>
        </p:spPr>
      </p:pic>
      <p:pic>
        <p:nvPicPr>
          <p:cNvPr id="19" name="Image 17" descr="icons3/star_cream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-900000">
            <a:off x="11614491" y="727500"/>
            <a:ext cx="104522" cy="104522"/>
          </a:xfrm>
          <a:prstGeom prst="rect">
            <a:avLst/>
          </a:prstGeom>
        </p:spPr>
      </p:pic>
      <p:pic>
        <p:nvPicPr>
          <p:cNvPr id="20" name="Image 18" descr="icons3/star_cream.png"/>
          <p:cNvPicPr>
            <a:picLocks noChangeAspect="1"/>
          </p:cNvPicPr>
          <p:nvPr/>
        </p:nvPicPr>
        <p:blipFill>
          <a:blip r:embed="rId4">
            <a:alphaModFix amt="54000"/>
          </a:blip>
          <a:stretch>
            <a:fillRect/>
          </a:stretch>
        </p:blipFill>
        <p:spPr>
          <a:xfrm rot="-840000">
            <a:off x="4154142" y="1610331"/>
            <a:ext cx="79650" cy="79650"/>
          </a:xfrm>
          <a:prstGeom prst="rect">
            <a:avLst/>
          </a:prstGeom>
        </p:spPr>
      </p:pic>
      <p:pic>
        <p:nvPicPr>
          <p:cNvPr id="21" name="Image 19" descr="icons3/star_cream.png"/>
          <p:cNvPicPr>
            <a:picLocks noChangeAspect="1"/>
          </p:cNvPicPr>
          <p:nvPr/>
        </p:nvPicPr>
        <p:blipFill>
          <a:blip r:embed="rId4">
            <a:alphaModFix amt="53000"/>
          </a:blip>
          <a:stretch>
            <a:fillRect/>
          </a:stretch>
        </p:blipFill>
        <p:spPr>
          <a:xfrm rot="-1020000">
            <a:off x="1133116" y="4444926"/>
            <a:ext cx="72440" cy="72440"/>
          </a:xfrm>
          <a:prstGeom prst="rect">
            <a:avLst/>
          </a:prstGeom>
        </p:spPr>
      </p:pic>
      <p:pic>
        <p:nvPicPr>
          <p:cNvPr id="22" name="Image 20" descr="icons3/star_cream.png"/>
          <p:cNvPicPr>
            <a:picLocks noChangeAspect="1"/>
          </p:cNvPicPr>
          <p:nvPr/>
        </p:nvPicPr>
        <p:blipFill>
          <a:blip r:embed="rId4">
            <a:alphaModFix amt="47000"/>
          </a:blip>
          <a:stretch>
            <a:fillRect/>
          </a:stretch>
        </p:blipFill>
        <p:spPr>
          <a:xfrm rot="720000">
            <a:off x="6864384" y="2111693"/>
            <a:ext cx="109036" cy="109036"/>
          </a:xfrm>
          <a:prstGeom prst="rect">
            <a:avLst/>
          </a:prstGeom>
        </p:spPr>
      </p:pic>
      <p:pic>
        <p:nvPicPr>
          <p:cNvPr id="23" name="Image 21" descr="icons3/star_gold.png"/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 rot="900000">
            <a:off x="11172490" y="2603788"/>
            <a:ext cx="108040" cy="108040"/>
          </a:xfrm>
          <a:prstGeom prst="rect">
            <a:avLst/>
          </a:prstGeom>
        </p:spPr>
      </p:pic>
      <p:pic>
        <p:nvPicPr>
          <p:cNvPr id="24" name="Image 22" descr="icons3/star_cream.png"/>
          <p:cNvPicPr>
            <a:picLocks noChangeAspect="1"/>
          </p:cNvPicPr>
          <p:nvPr/>
        </p:nvPicPr>
        <p:blipFill>
          <a:blip r:embed="rId4">
            <a:alphaModFix amt="54000"/>
          </a:blip>
          <a:stretch>
            <a:fillRect/>
          </a:stretch>
        </p:blipFill>
        <p:spPr>
          <a:xfrm rot="240000">
            <a:off x="6175306" y="1593049"/>
            <a:ext cx="106028" cy="106028"/>
          </a:xfrm>
          <a:prstGeom prst="rect">
            <a:avLst/>
          </a:prstGeom>
        </p:spPr>
      </p:pic>
      <p:pic>
        <p:nvPicPr>
          <p:cNvPr id="25" name="Image 23" descr="icons3/star_gold.png"/>
          <p:cNvPicPr>
            <a:picLocks noChangeAspect="1"/>
          </p:cNvPicPr>
          <p:nvPr/>
        </p:nvPicPr>
        <p:blipFill>
          <a:blip r:embed="rId3">
            <a:alphaModFix amt="43000"/>
          </a:blip>
          <a:stretch>
            <a:fillRect/>
          </a:stretch>
        </p:blipFill>
        <p:spPr>
          <a:xfrm rot="-420000">
            <a:off x="7637087" y="1243557"/>
            <a:ext cx="139575" cy="139575"/>
          </a:xfrm>
          <a:prstGeom prst="rect">
            <a:avLst/>
          </a:prstGeom>
        </p:spPr>
      </p:pic>
      <p:pic>
        <p:nvPicPr>
          <p:cNvPr id="26" name="Image 24" descr="icons3/star_gol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 rot="420000">
            <a:off x="10609763" y="4664256"/>
            <a:ext cx="96552" cy="96552"/>
          </a:xfrm>
          <a:prstGeom prst="rect">
            <a:avLst/>
          </a:prstGeom>
        </p:spPr>
      </p:pic>
      <p:pic>
        <p:nvPicPr>
          <p:cNvPr id="27" name="Image 25" descr="icons3/star_gold.png"/>
          <p:cNvPicPr>
            <a:picLocks noChangeAspect="1"/>
          </p:cNvPicPr>
          <p:nvPr/>
        </p:nvPicPr>
        <p:blipFill>
          <a:blip r:embed="rId3">
            <a:alphaModFix amt="41000"/>
          </a:blip>
          <a:stretch>
            <a:fillRect/>
          </a:stretch>
        </p:blipFill>
        <p:spPr>
          <a:xfrm rot="1080000">
            <a:off x="11469438" y="6508900"/>
            <a:ext cx="63552" cy="63552"/>
          </a:xfrm>
          <a:prstGeom prst="rect">
            <a:avLst/>
          </a:prstGeom>
        </p:spPr>
      </p:pic>
      <p:pic>
        <p:nvPicPr>
          <p:cNvPr id="28" name="Image 26" descr="icons3/star_cream.png"/>
          <p:cNvPicPr>
            <a:picLocks noChangeAspect="1"/>
          </p:cNvPicPr>
          <p:nvPr/>
        </p:nvPicPr>
        <p:blipFill>
          <a:blip r:embed="rId4">
            <a:alphaModFix amt="46000"/>
          </a:blip>
          <a:stretch>
            <a:fillRect/>
          </a:stretch>
        </p:blipFill>
        <p:spPr>
          <a:xfrm rot="960000">
            <a:off x="3023823" y="358471"/>
            <a:ext cx="139263" cy="139263"/>
          </a:xfrm>
          <a:prstGeom prst="rect">
            <a:avLst/>
          </a:prstGeom>
        </p:spPr>
      </p:pic>
      <p:pic>
        <p:nvPicPr>
          <p:cNvPr id="29" name="Image 27" descr="icons3/star_cream.png"/>
          <p:cNvPicPr>
            <a:picLocks noChangeAspect="1"/>
          </p:cNvPicPr>
          <p:nvPr/>
        </p:nvPicPr>
        <p:blipFill>
          <a:blip r:embed="rId4">
            <a:alphaModFix amt="54000"/>
          </a:blip>
          <a:stretch>
            <a:fillRect/>
          </a:stretch>
        </p:blipFill>
        <p:spPr>
          <a:xfrm rot="780000">
            <a:off x="1037174" y="1361529"/>
            <a:ext cx="140807" cy="140807"/>
          </a:xfrm>
          <a:prstGeom prst="rect">
            <a:avLst/>
          </a:prstGeom>
        </p:spPr>
      </p:pic>
      <p:pic>
        <p:nvPicPr>
          <p:cNvPr id="30" name="Image 28" descr="icons3/star_cream.png"/>
          <p:cNvPicPr>
            <a:picLocks noChangeAspect="1"/>
          </p:cNvPicPr>
          <p:nvPr/>
        </p:nvPicPr>
        <p:blipFill>
          <a:blip r:embed="rId4">
            <a:alphaModFix amt="46000"/>
          </a:blip>
          <a:stretch>
            <a:fillRect/>
          </a:stretch>
        </p:blipFill>
        <p:spPr>
          <a:xfrm rot="-1020000">
            <a:off x="9450555" y="5189913"/>
            <a:ext cx="104759" cy="104759"/>
          </a:xfrm>
          <a:prstGeom prst="rect">
            <a:avLst/>
          </a:prstGeom>
        </p:spPr>
      </p:pic>
      <p:pic>
        <p:nvPicPr>
          <p:cNvPr id="31" name="Image 29" descr="icons3/star_gold.png"/>
          <p:cNvPicPr>
            <a:picLocks noChangeAspect="1"/>
          </p:cNvPicPr>
          <p:nvPr/>
        </p:nvPicPr>
        <p:blipFill>
          <a:blip r:embed="rId3">
            <a:alphaModFix amt="46000"/>
          </a:blip>
          <a:stretch>
            <a:fillRect/>
          </a:stretch>
        </p:blipFill>
        <p:spPr>
          <a:xfrm rot="1140000">
            <a:off x="8558646" y="1023224"/>
            <a:ext cx="67695" cy="67695"/>
          </a:xfrm>
          <a:prstGeom prst="rect">
            <a:avLst/>
          </a:prstGeom>
        </p:spPr>
      </p:pic>
      <p:sp>
        <p:nvSpPr>
          <p:cNvPr id="32" name="Shape 0"/>
          <p:cNvSpPr/>
          <p:nvPr/>
        </p:nvSpPr>
        <p:spPr>
          <a:xfrm>
            <a:off x="5500116" y="1600200"/>
            <a:ext cx="1188720" cy="1188720"/>
          </a:xfrm>
          <a:prstGeom prst="ellipse">
            <a:avLst/>
          </a:prstGeom>
          <a:solidFill>
            <a:srgbClr val="1C1747"/>
          </a:solidFill>
          <a:ln w="15875">
            <a:solidFill>
              <a:srgbClr val="B9A6F5"/>
            </a:solidFill>
            <a:prstDash val="solid"/>
          </a:ln>
        </p:spPr>
      </p:sp>
      <p:pic>
        <p:nvPicPr>
          <p:cNvPr id="33" name="Image 30" descr="icons3/hospital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9183" y="1909267"/>
            <a:ext cx="570586" cy="570586"/>
          </a:xfrm>
          <a:prstGeom prst="rect">
            <a:avLst/>
          </a:prstGeom>
        </p:spPr>
      </p:pic>
      <p:sp>
        <p:nvSpPr>
          <p:cNvPr id="34" name="Text 1"/>
          <p:cNvSpPr/>
          <p:nvPr/>
        </p:nvSpPr>
        <p:spPr>
          <a:xfrm>
            <a:off x="0" y="30632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6" name="Text 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F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and Prescription Manager  |  B.Tech CSE, 1st Year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23"/>
                            </p:stCondLst>
                            <p:childTnLst>
                              <p:par>
                                <p:cTn id="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505" repeatCount="indefinite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90 0.0890E" pathEditMode="relative" rAng="0" ptsTypes="">
                                      <p:cBhvr>
                                        <p:cTn id="8" dur="5505" repeatCount="indefinite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469"/>
                            </p:stCondLst>
                            <p:childTnLst>
                              <p:par>
                                <p:cTn id="1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6119" repeatCount="indefinite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90 0.0790E" pathEditMode="relative" rAng="0" ptsTypes="">
                                      <p:cBhvr>
                                        <p:cTn id="13" dur="6119" repeatCount="indefinite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7"/>
                            </p:stCondLst>
                            <p:childTnLst>
                              <p:par>
                                <p:cTn id="1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7578" repeatCount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60 0.0750E" pathEditMode="relative" rAng="0" ptsTypes="">
                                      <p:cBhvr>
                                        <p:cTn id="18" dur="7578" repeatCount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02"/>
                            </p:stCondLst>
                            <p:childTnLst>
                              <p:par>
                                <p:cTn id="2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6173" repeatCount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200 0.0900E" pathEditMode="relative" rAng="0" ptsTypes="">
                                      <p:cBhvr>
                                        <p:cTn id="23" dur="6173" repeatCount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84"/>
                            </p:stCondLst>
                            <p:childTnLst>
                              <p:par>
                                <p:cTn id="2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6270" repeatCount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200 0.0890E" pathEditMode="relative" rAng="0" ptsTypes="">
                                      <p:cBhvr>
                                        <p:cTn id="28" dur="6270" repeatCount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6"/>
                            </p:stCondLst>
                            <p:childTnLst>
                              <p:par>
                                <p:cTn id="3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7347" repeatCount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80 0.0920E" pathEditMode="relative" rAng="0" ptsTypes="">
                                      <p:cBhvr>
                                        <p:cTn id="33" dur="7347" repeatCount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35"/>
                            </p:stCondLst>
                            <p:childTnLst>
                              <p:par>
                                <p:cTn id="3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7080" repeatCount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90 0.0920E" pathEditMode="relative" rAng="0" ptsTypes="">
                                      <p:cBhvr>
                                        <p:cTn id="38" dur="7080" repeatCount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98"/>
                            </p:stCondLst>
                            <p:childTnLst>
                              <p:par>
                                <p:cTn id="4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293" repeatCount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00 0.0430E" pathEditMode="relative" rAng="0" ptsTypes="">
                                      <p:cBhvr>
                                        <p:cTn id="43" dur="5293" repeatCount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88"/>
                            </p:stCondLst>
                            <p:childTnLst>
                              <p:par>
                                <p:cTn id="4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222" repeatCount="indefinite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50 0.0510E" pathEditMode="relative" rAng="0" ptsTypes="">
                                      <p:cBhvr>
                                        <p:cTn id="48" dur="5222" repeatCount="indefinite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90"/>
                            </p:stCondLst>
                            <p:childTnLst>
                              <p:par>
                                <p:cTn id="5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7953" repeatCount="indefinite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70 0.0690E" pathEditMode="relative" rAng="0" ptsTypes="">
                                      <p:cBhvr>
                                        <p:cTn id="53" dur="7953" repeatCount="indefinite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24"/>
                            </p:stCondLst>
                            <p:childTnLst>
                              <p:par>
                                <p:cTn id="5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4645" repeatCount="indefinite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90 0.0410E" pathEditMode="relative" rAng="0" ptsTypes="">
                                      <p:cBhvr>
                                        <p:cTn id="58" dur="4645" repeatCount="indefinite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39"/>
                            </p:stCondLst>
                            <p:childTnLst>
                              <p:par>
                                <p:cTn id="6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5445" repeatCount="indefinite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90 0.0800E" pathEditMode="relative" rAng="0" ptsTypes="">
                                      <p:cBhvr>
                                        <p:cTn id="63" dur="5445" repeatCount="indefinite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29"/>
                            </p:stCondLst>
                            <p:childTnLst>
                              <p:par>
                                <p:cTn id="6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6048" repeatCount="indefinite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50 0.0860E" pathEditMode="relative" rAng="0" ptsTypes="">
                                      <p:cBhvr>
                                        <p:cTn id="68" dur="6048" repeatCount="indefinite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17"/>
                            </p:stCondLst>
                            <p:childTnLst>
                              <p:par>
                                <p:cTn id="7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4699" repeatCount="indefinite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200 0.0370E" pathEditMode="relative" rAng="0" ptsTypes="">
                                      <p:cBhvr>
                                        <p:cTn id="73" dur="4699" repeatCount="indefinite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0"/>
                            </p:stCondLst>
                            <p:childTnLst>
                              <p:par>
                                <p:cTn id="7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6052" repeatCount="indefinite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60 0.0460E" pathEditMode="relative" rAng="0" ptsTypes="">
                                      <p:cBhvr>
                                        <p:cTn id="78" dur="6052" repeatCount="indefinite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3"/>
                            </p:stCondLst>
                            <p:childTnLst>
                              <p:par>
                                <p:cTn id="8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5794" repeatCount="indefinite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60 0.0530E" pathEditMode="relative" rAng="0" ptsTypes="">
                                      <p:cBhvr>
                                        <p:cTn id="83" dur="5794" repeatCount="indefinite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75"/>
                            </p:stCondLst>
                            <p:childTnLst>
                              <p:par>
                                <p:cTn id="8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8285" repeatCount="indefinite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060 0.0390E" pathEditMode="relative" rAng="0" ptsTypes="">
                                      <p:cBhvr>
                                        <p:cTn id="88" dur="8285" repeatCount="indefinite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00"/>
                            </p:stCondLst>
                            <p:childTnLst>
                              <p:par>
                                <p:cTn id="9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1" dur="8325" repeatCount="indefinite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90 0.0620E" pathEditMode="relative" rAng="0" ptsTypes="">
                                      <p:cBhvr>
                                        <p:cTn id="93" dur="8325" repeatCount="indefinite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80"/>
                            </p:stCondLst>
                            <p:childTnLst>
                              <p:par>
                                <p:cTn id="9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6221" repeatCount="indefinite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40 0.0730E" pathEditMode="relative" rAng="0" ptsTypes="">
                                      <p:cBhvr>
                                        <p:cTn id="98" dur="6221" repeatCount="indefinite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298"/>
                            </p:stCondLst>
                            <p:childTnLst>
                              <p:par>
                                <p:cTn id="10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1" dur="4834" repeatCount="indefinite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90 0.0890E" pathEditMode="relative" rAng="0" ptsTypes="">
                                      <p:cBhvr>
                                        <p:cTn id="103" dur="4834" repeatCount="indefinite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835"/>
                            </p:stCondLst>
                            <p:childTnLst>
                              <p:par>
                                <p:cTn id="10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6" dur="8218" repeatCount="indefinite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40 0.0580E" pathEditMode="relative" rAng="0" ptsTypes="">
                                      <p:cBhvr>
                                        <p:cTn id="108" dur="8218" repeatCount="indefinite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99"/>
                            </p:stCondLst>
                            <p:childTnLst>
                              <p:par>
                                <p:cTn id="11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1" dur="5852" repeatCount="indefinite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90 0.0410E" pathEditMode="relative" rAng="0" ptsTypes="">
                                      <p:cBhvr>
                                        <p:cTn id="113" dur="5852" repeatCount="indefinite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62"/>
                            </p:stCondLst>
                            <p:childTnLst>
                              <p:par>
                                <p:cTn id="11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5194" repeatCount="indefinite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50 0.0860E" pathEditMode="relative" rAng="0" ptsTypes="">
                                      <p:cBhvr>
                                        <p:cTn id="118" dur="5194" repeatCount="indefinite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32"/>
                            </p:stCondLst>
                            <p:childTnLst>
                              <p:par>
                                <p:cTn id="12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7293" repeatCount="indefinite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10 0.0860E" pathEditMode="relative" rAng="0" ptsTypes="">
                                      <p:cBhvr>
                                        <p:cTn id="123" dur="7293" repeatCount="indefinite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38"/>
                            </p:stCondLst>
                            <p:childTnLst>
                              <p:par>
                                <p:cTn id="12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5811" repeatCount="indefinite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50 0.0870E" pathEditMode="relative" rAng="0" ptsTypes="">
                                      <p:cBhvr>
                                        <p:cTn id="128" dur="5811" repeatCount="indefinite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675"/>
                            </p:stCondLst>
                            <p:childTnLst>
                              <p:par>
                                <p:cTn id="13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8914" repeatCount="indefinite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40 0.0790E" pathEditMode="relative" rAng="0" ptsTypes="">
                                      <p:cBhvr>
                                        <p:cTn id="133" dur="8914" repeatCount="indefinite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371"/>
                            </p:stCondLst>
                            <p:childTnLst>
                              <p:par>
                                <p:cTn id="13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6" dur="7823" repeatCount="indefinite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80 0.0480E" pathEditMode="relative" rAng="0" ptsTypes="">
                                      <p:cBhvr>
                                        <p:cTn id="138" dur="7823" repeatCount="indefinite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699"/>
                            </p:stCondLst>
                            <p:childTnLst>
                              <p:par>
                                <p:cTn id="14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1" dur="6971" repeatCount="indefinite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060 0.0650E" pathEditMode="relative" rAng="0" ptsTypes="">
                                      <p:cBhvr>
                                        <p:cTn id="143" dur="6971" repeatCount="indefinite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728"/>
                            </p:stCondLst>
                            <p:childTnLst>
                              <p:par>
                                <p:cTn id="145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6" dur="4906" repeatCount="indefinite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-0.0110 0.0490E" pathEditMode="relative" rAng="0" ptsTypes="">
                                      <p:cBhvr>
                                        <p:cTn id="148" dur="4906" repeatCount="indefinite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691"/>
                            </p:stCondLst>
                            <p:childTnLst>
                              <p:par>
                                <p:cTn id="150" presetID="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1" dur="6269" repeatCount="indefinite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2000">
                                          <p:val>
                                            <p:fltVal val="1"/>
                                          </p:val>
                                        </p:tav>
                                        <p:tav tm="7800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L 0.0150 0.0770E" pathEditMode="relative" rAng="0" ptsTypes="">
                                      <p:cBhvr>
                                        <p:cTn id="153" dur="6269" repeatCount="indefinite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1096</Words>
  <Application>Microsoft Office PowerPoint</Application>
  <PresentationFormat>Widescreen</PresentationFormat>
  <Paragraphs>242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Sundi Manilatha</cp:lastModifiedBy>
  <cp:revision>2</cp:revision>
  <dcterms:created xsi:type="dcterms:W3CDTF">2026-09-21T08:04:43Z</dcterms:created>
  <dcterms:modified xsi:type="dcterms:W3CDTF">2026-09-21T09:21:38Z</dcterms:modified>
</cp:coreProperties>
</file>